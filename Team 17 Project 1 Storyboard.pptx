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3D79162-8949-42E8-B92B-5B8E305A4961}">
          <p14:sldIdLst>
            <p14:sldId id="256"/>
          </p14:sldIdLst>
        </p14:section>
        <p14:section name="Stand" id="{E4633FE8-84B8-4C1C-994C-97EE60ABEE2B}">
          <p14:sldIdLst>
            <p14:sldId id="257"/>
          </p14:sldIdLst>
        </p14:section>
        <p14:section name="Hit" id="{FB43DF78-1799-4143-9C9E-64219E74DA77}">
          <p14:sldIdLst>
            <p14:sldId id="258"/>
          </p14:sldIdLst>
        </p14:section>
        <p14:section name="Hit, Stand" id="{427C5C95-EE6D-4A13-9FC4-BCEFCFAA6659}">
          <p14:sldIdLst>
            <p14:sldId id="259"/>
          </p14:sldIdLst>
        </p14:section>
        <p14:section name="Hit, Hit" id="{6FEBFDEB-A0D7-439A-8B3D-EB2A577548E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C207D-B9BD-4721-B143-34F9122DEF8F}" v="372" dt="2025-03-01T10:02:02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77" autoAdjust="0"/>
  </p:normalViewPr>
  <p:slideViewPr>
    <p:cSldViewPr snapToGrid="0">
      <p:cViewPr>
        <p:scale>
          <a:sx n="75" d="100"/>
          <a:sy n="75" d="100"/>
        </p:scale>
        <p:origin x="-4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Ngui" userId="a6167923-c110-409b-bad0-723368df3cb1" providerId="ADAL" clId="{9FCC207D-B9BD-4721-B143-34F9122DEF8F}"/>
    <pc:docChg chg="undo custSel addSld delSld modSld modMainMaster addSection modSection">
      <pc:chgData name="Joshua Ngui" userId="a6167923-c110-409b-bad0-723368df3cb1" providerId="ADAL" clId="{9FCC207D-B9BD-4721-B143-34F9122DEF8F}" dt="2025-03-01T10:02:02.762" v="1785"/>
      <pc:docMkLst>
        <pc:docMk/>
      </pc:docMkLst>
      <pc:sldChg chg="addSp delSp modSp mod setBg delAnim modAnim modNotesTx">
        <pc:chgData name="Joshua Ngui" userId="a6167923-c110-409b-bad0-723368df3cb1" providerId="ADAL" clId="{9FCC207D-B9BD-4721-B143-34F9122DEF8F}" dt="2025-03-01T09:48:48.897" v="1660"/>
        <pc:sldMkLst>
          <pc:docMk/>
          <pc:sldMk cId="2805030926" sldId="256"/>
        </pc:sldMkLst>
        <pc:spChg chg="add mod">
          <ac:chgData name="Joshua Ngui" userId="a6167923-c110-409b-bad0-723368df3cb1" providerId="ADAL" clId="{9FCC207D-B9BD-4721-B143-34F9122DEF8F}" dt="2025-03-01T08:03:42.481" v="1190"/>
          <ac:spMkLst>
            <pc:docMk/>
            <pc:sldMk cId="2805030926" sldId="256"/>
            <ac:spMk id="4" creationId="{C14D268E-1433-E6A5-2A31-A0B5FA2ADDB4}"/>
          </ac:spMkLst>
        </pc:spChg>
        <pc:spChg chg="add mod">
          <ac:chgData name="Joshua Ngui" userId="a6167923-c110-409b-bad0-723368df3cb1" providerId="ADAL" clId="{9FCC207D-B9BD-4721-B143-34F9122DEF8F}" dt="2025-02-26T17:48:18.825" v="259" actId="1076"/>
          <ac:spMkLst>
            <pc:docMk/>
            <pc:sldMk cId="2805030926" sldId="256"/>
            <ac:spMk id="6" creationId="{063B4A62-5E46-CDAE-8823-377D9C1E64D3}"/>
          </ac:spMkLst>
        </pc:spChg>
        <pc:spChg chg="add mod">
          <ac:chgData name="Joshua Ngui" userId="a6167923-c110-409b-bad0-723368df3cb1" providerId="ADAL" clId="{9FCC207D-B9BD-4721-B143-34F9122DEF8F}" dt="2025-02-26T17:44:44.325" v="117" actId="1076"/>
          <ac:spMkLst>
            <pc:docMk/>
            <pc:sldMk cId="2805030926" sldId="256"/>
            <ac:spMk id="7" creationId="{87448F2F-B835-E7FF-C683-5575CFF53A45}"/>
          </ac:spMkLst>
        </pc:spChg>
        <pc:spChg chg="add mod">
          <ac:chgData name="Joshua Ngui" userId="a6167923-c110-409b-bad0-723368df3cb1" providerId="ADAL" clId="{9FCC207D-B9BD-4721-B143-34F9122DEF8F}" dt="2025-02-26T17:49:29.719" v="270" actId="1076"/>
          <ac:spMkLst>
            <pc:docMk/>
            <pc:sldMk cId="2805030926" sldId="256"/>
            <ac:spMk id="8" creationId="{9A19F7BC-A15F-FF0E-5FBC-D21D466AE9C5}"/>
          </ac:spMkLst>
        </pc:spChg>
        <pc:spChg chg="add mod">
          <ac:chgData name="Joshua Ngui" userId="a6167923-c110-409b-bad0-723368df3cb1" providerId="ADAL" clId="{9FCC207D-B9BD-4721-B143-34F9122DEF8F}" dt="2025-02-26T17:45:23.154" v="132" actId="20577"/>
          <ac:spMkLst>
            <pc:docMk/>
            <pc:sldMk cId="2805030926" sldId="256"/>
            <ac:spMk id="9" creationId="{A4C12C40-9107-ECAA-EED3-7F1DC8B554AF}"/>
          </ac:spMkLst>
        </pc:spChg>
        <pc:spChg chg="add mod">
          <ac:chgData name="Joshua Ngui" userId="a6167923-c110-409b-bad0-723368df3cb1" providerId="ADAL" clId="{9FCC207D-B9BD-4721-B143-34F9122DEF8F}" dt="2025-02-26T17:49:14.867" v="268" actId="1076"/>
          <ac:spMkLst>
            <pc:docMk/>
            <pc:sldMk cId="2805030926" sldId="256"/>
            <ac:spMk id="10" creationId="{61F0F98B-4EDD-BA03-A4C7-476CCD25D424}"/>
          </ac:spMkLst>
        </pc:spChg>
        <pc:spChg chg="add mod">
          <ac:chgData name="Joshua Ngui" userId="a6167923-c110-409b-bad0-723368df3cb1" providerId="ADAL" clId="{9FCC207D-B9BD-4721-B143-34F9122DEF8F}" dt="2025-02-26T17:49:24.873" v="269" actId="1076"/>
          <ac:spMkLst>
            <pc:docMk/>
            <pc:sldMk cId="2805030926" sldId="256"/>
            <ac:spMk id="11" creationId="{62AC3DD0-0B1F-E0C2-AC3D-4ADE933A712A}"/>
          </ac:spMkLst>
        </pc:spChg>
        <pc:spChg chg="add mod">
          <ac:chgData name="Joshua Ngui" userId="a6167923-c110-409b-bad0-723368df3cb1" providerId="ADAL" clId="{9FCC207D-B9BD-4721-B143-34F9122DEF8F}" dt="2025-03-01T08:15:02.413" v="1262" actId="1076"/>
          <ac:spMkLst>
            <pc:docMk/>
            <pc:sldMk cId="2805030926" sldId="256"/>
            <ac:spMk id="12" creationId="{054AF014-786C-C63B-977A-48206E912F53}"/>
          </ac:spMkLst>
        </pc:spChg>
        <pc:spChg chg="add mod">
          <ac:chgData name="Joshua Ngui" userId="a6167923-c110-409b-bad0-723368df3cb1" providerId="ADAL" clId="{9FCC207D-B9BD-4721-B143-34F9122DEF8F}" dt="2025-03-01T08:16:23.205" v="1277" actId="1076"/>
          <ac:spMkLst>
            <pc:docMk/>
            <pc:sldMk cId="2805030926" sldId="256"/>
            <ac:spMk id="13" creationId="{1194F41E-8E8D-4877-869F-0893FAC330B3}"/>
          </ac:spMkLst>
        </pc:spChg>
        <pc:spChg chg="add mod">
          <ac:chgData name="Joshua Ngui" userId="a6167923-c110-409b-bad0-723368df3cb1" providerId="ADAL" clId="{9FCC207D-B9BD-4721-B143-34F9122DEF8F}" dt="2025-03-01T08:15:11.418" v="1263" actId="1076"/>
          <ac:spMkLst>
            <pc:docMk/>
            <pc:sldMk cId="2805030926" sldId="256"/>
            <ac:spMk id="14" creationId="{8FCA7239-0369-4D31-3461-4FDE0CCDC0FD}"/>
          </ac:spMkLst>
        </pc:spChg>
        <pc:spChg chg="add mod">
          <ac:chgData name="Joshua Ngui" userId="a6167923-c110-409b-bad0-723368df3cb1" providerId="ADAL" clId="{9FCC207D-B9BD-4721-B143-34F9122DEF8F}" dt="2025-03-01T08:15:15.118" v="1264" actId="1076"/>
          <ac:spMkLst>
            <pc:docMk/>
            <pc:sldMk cId="2805030926" sldId="256"/>
            <ac:spMk id="15" creationId="{C2D8051D-C775-0554-8C3C-050316DE06AA}"/>
          </ac:spMkLst>
        </pc:spChg>
        <pc:spChg chg="add mod">
          <ac:chgData name="Joshua Ngui" userId="a6167923-c110-409b-bad0-723368df3cb1" providerId="ADAL" clId="{9FCC207D-B9BD-4721-B143-34F9122DEF8F}" dt="2025-03-01T08:15:22.434" v="1265" actId="1076"/>
          <ac:spMkLst>
            <pc:docMk/>
            <pc:sldMk cId="2805030926" sldId="256"/>
            <ac:spMk id="16" creationId="{009063A4-8125-7C37-F1DE-90FABD835730}"/>
          </ac:spMkLst>
        </pc:spChg>
        <pc:spChg chg="add mod">
          <ac:chgData name="Joshua Ngui" userId="a6167923-c110-409b-bad0-723368df3cb1" providerId="ADAL" clId="{9FCC207D-B9BD-4721-B143-34F9122DEF8F}" dt="2025-02-26T18:47:26.862" v="466"/>
          <ac:spMkLst>
            <pc:docMk/>
            <pc:sldMk cId="2805030926" sldId="256"/>
            <ac:spMk id="17" creationId="{596F6E71-BBF4-6807-FEED-923CBF4D9B8A}"/>
          </ac:spMkLst>
        </pc:spChg>
        <pc:spChg chg="add mod">
          <ac:chgData name="Joshua Ngui" userId="a6167923-c110-409b-bad0-723368df3cb1" providerId="ADAL" clId="{9FCC207D-B9BD-4721-B143-34F9122DEF8F}" dt="2025-02-26T18:48:11.663" v="469"/>
          <ac:spMkLst>
            <pc:docMk/>
            <pc:sldMk cId="2805030926" sldId="256"/>
            <ac:spMk id="19" creationId="{39CB70C5-DCAB-6B43-796B-DEEBFE9DA1E3}"/>
          </ac:spMkLst>
        </pc:spChg>
        <pc:spChg chg="add mod">
          <ac:chgData name="Joshua Ngui" userId="a6167923-c110-409b-bad0-723368df3cb1" providerId="ADAL" clId="{9FCC207D-B9BD-4721-B143-34F9122DEF8F}" dt="2025-03-01T08:34:42.567" v="1552" actId="1076"/>
          <ac:spMkLst>
            <pc:docMk/>
            <pc:sldMk cId="2805030926" sldId="256"/>
            <ac:spMk id="48" creationId="{C9BEF799-ED43-72F8-EC02-C6E6C2A31DAA}"/>
          </ac:spMkLst>
        </pc:spChg>
        <pc:picChg chg="add mod">
          <ac:chgData name="Joshua Ngui" userId="a6167923-c110-409b-bad0-723368df3cb1" providerId="ADAL" clId="{9FCC207D-B9BD-4721-B143-34F9122DEF8F}" dt="2025-03-01T08:04:10.441" v="1196" actId="1076"/>
          <ac:picMkLst>
            <pc:docMk/>
            <pc:sldMk cId="2805030926" sldId="256"/>
            <ac:picMk id="3" creationId="{77FC9B57-0ABF-DBD0-DF55-CB7191AB10E5}"/>
          </ac:picMkLst>
        </pc:picChg>
        <pc:picChg chg="add mod">
          <ac:chgData name="Joshua Ngui" userId="a6167923-c110-409b-bad0-723368df3cb1" providerId="ADAL" clId="{9FCC207D-B9BD-4721-B143-34F9122DEF8F}" dt="2025-03-01T08:04:04.671" v="1195" actId="1076"/>
          <ac:picMkLst>
            <pc:docMk/>
            <pc:sldMk cId="2805030926" sldId="256"/>
            <ac:picMk id="5" creationId="{445ACD49-E116-F08E-643D-09929E3A1637}"/>
          </ac:picMkLst>
        </pc:picChg>
        <pc:picChg chg="add mod">
          <ac:chgData name="Joshua Ngui" userId="a6167923-c110-409b-bad0-723368df3cb1" providerId="ADAL" clId="{9FCC207D-B9BD-4721-B143-34F9122DEF8F}" dt="2025-03-01T08:26:42.451" v="1503" actId="1076"/>
          <ac:picMkLst>
            <pc:docMk/>
            <pc:sldMk cId="2805030926" sldId="256"/>
            <ac:picMk id="18" creationId="{E09B9270-6D9B-B4B7-12F5-30DEF89928A6}"/>
          </ac:picMkLst>
        </pc:picChg>
        <pc:picChg chg="add mod">
          <ac:chgData name="Joshua Ngui" userId="a6167923-c110-409b-bad0-723368df3cb1" providerId="ADAL" clId="{9FCC207D-B9BD-4721-B143-34F9122DEF8F}" dt="2025-03-01T08:26:42.451" v="1503" actId="1076"/>
          <ac:picMkLst>
            <pc:docMk/>
            <pc:sldMk cId="2805030926" sldId="256"/>
            <ac:picMk id="20" creationId="{5C1D3070-BB0C-4915-BDE4-800E8AD07F33}"/>
          </ac:picMkLst>
        </pc:picChg>
        <pc:picChg chg="add mod">
          <ac:chgData name="Joshua Ngui" userId="a6167923-c110-409b-bad0-723368df3cb1" providerId="ADAL" clId="{9FCC207D-B9BD-4721-B143-34F9122DEF8F}" dt="2025-03-01T08:26:42.451" v="1503" actId="1076"/>
          <ac:picMkLst>
            <pc:docMk/>
            <pc:sldMk cId="2805030926" sldId="256"/>
            <ac:picMk id="21" creationId="{A6D4F064-12DF-291E-D6F5-C6CB98BABE44}"/>
          </ac:picMkLst>
        </pc:picChg>
        <pc:picChg chg="add mod">
          <ac:chgData name="Joshua Ngui" userId="a6167923-c110-409b-bad0-723368df3cb1" providerId="ADAL" clId="{9FCC207D-B9BD-4721-B143-34F9122DEF8F}" dt="2025-03-01T08:26:42.451" v="1503" actId="1076"/>
          <ac:picMkLst>
            <pc:docMk/>
            <pc:sldMk cId="2805030926" sldId="256"/>
            <ac:picMk id="22" creationId="{BE5DCE0F-DBD3-A6B2-C1FB-CCF0845111A0}"/>
          </ac:picMkLst>
        </pc:picChg>
        <pc:picChg chg="add mod">
          <ac:chgData name="Joshua Ngui" userId="a6167923-c110-409b-bad0-723368df3cb1" providerId="ADAL" clId="{9FCC207D-B9BD-4721-B143-34F9122DEF8F}" dt="2025-03-01T08:10:21.121" v="1221" actId="1076"/>
          <ac:picMkLst>
            <pc:docMk/>
            <pc:sldMk cId="2805030926" sldId="256"/>
            <ac:picMk id="24" creationId="{899EBAD1-8356-D942-8391-8BA26D6B3E3B}"/>
          </ac:picMkLst>
        </pc:picChg>
        <pc:picChg chg="add mod">
          <ac:chgData name="Joshua Ngui" userId="a6167923-c110-409b-bad0-723368df3cb1" providerId="ADAL" clId="{9FCC207D-B9BD-4721-B143-34F9122DEF8F}" dt="2025-03-01T08:10:48.925" v="1226" actId="1076"/>
          <ac:picMkLst>
            <pc:docMk/>
            <pc:sldMk cId="2805030926" sldId="256"/>
            <ac:picMk id="26" creationId="{417BD0EC-474F-78CF-F70B-8A49A8987979}"/>
          </ac:picMkLst>
        </pc:picChg>
        <pc:picChg chg="add mod">
          <ac:chgData name="Joshua Ngui" userId="a6167923-c110-409b-bad0-723368df3cb1" providerId="ADAL" clId="{9FCC207D-B9BD-4721-B143-34F9122DEF8F}" dt="2025-03-01T08:11:23.624" v="1231" actId="1076"/>
          <ac:picMkLst>
            <pc:docMk/>
            <pc:sldMk cId="2805030926" sldId="256"/>
            <ac:picMk id="28" creationId="{FA66590B-34C9-213B-CB66-4B5043A80889}"/>
          </ac:picMkLst>
        </pc:picChg>
        <pc:picChg chg="add mod">
          <ac:chgData name="Joshua Ngui" userId="a6167923-c110-409b-bad0-723368df3cb1" providerId="ADAL" clId="{9FCC207D-B9BD-4721-B143-34F9122DEF8F}" dt="2025-03-01T08:11:46.158" v="1236" actId="1076"/>
          <ac:picMkLst>
            <pc:docMk/>
            <pc:sldMk cId="2805030926" sldId="256"/>
            <ac:picMk id="30" creationId="{9317FE8F-09CC-A0E9-0749-405A098DB587}"/>
          </ac:picMkLst>
        </pc:picChg>
        <pc:picChg chg="add mod">
          <ac:chgData name="Joshua Ngui" userId="a6167923-c110-409b-bad0-723368df3cb1" providerId="ADAL" clId="{9FCC207D-B9BD-4721-B143-34F9122DEF8F}" dt="2025-03-01T08:12:33.061" v="1239" actId="1076"/>
          <ac:picMkLst>
            <pc:docMk/>
            <pc:sldMk cId="2805030926" sldId="256"/>
            <ac:picMk id="32" creationId="{C1AA7C23-BA4D-A293-D20B-81BE0A096946}"/>
          </ac:picMkLst>
        </pc:picChg>
        <pc:picChg chg="add del mod">
          <ac:chgData name="Joshua Ngui" userId="a6167923-c110-409b-bad0-723368df3cb1" providerId="ADAL" clId="{9FCC207D-B9BD-4721-B143-34F9122DEF8F}" dt="2025-03-01T08:13:05.122" v="1244" actId="478"/>
          <ac:picMkLst>
            <pc:docMk/>
            <pc:sldMk cId="2805030926" sldId="256"/>
            <ac:picMk id="34" creationId="{0DA8D3EB-EFF9-97E2-E1C7-1EEC134540AB}"/>
          </ac:picMkLst>
        </pc:picChg>
        <pc:picChg chg="add mod">
          <ac:chgData name="Joshua Ngui" userId="a6167923-c110-409b-bad0-723368df3cb1" providerId="ADAL" clId="{9FCC207D-B9BD-4721-B143-34F9122DEF8F}" dt="2025-03-01T08:13:21.903" v="1248" actId="1076"/>
          <ac:picMkLst>
            <pc:docMk/>
            <pc:sldMk cId="2805030926" sldId="256"/>
            <ac:picMk id="36" creationId="{D2115649-5C2D-4436-2AD2-B71E7174EFE9}"/>
          </ac:picMkLst>
        </pc:picChg>
        <pc:picChg chg="add mod">
          <ac:chgData name="Joshua Ngui" userId="a6167923-c110-409b-bad0-723368df3cb1" providerId="ADAL" clId="{9FCC207D-B9BD-4721-B143-34F9122DEF8F}" dt="2025-03-01T08:13:42.731" v="1252" actId="1076"/>
          <ac:picMkLst>
            <pc:docMk/>
            <pc:sldMk cId="2805030926" sldId="256"/>
            <ac:picMk id="38" creationId="{0438DDC3-494D-5C1C-B864-2D1F11A006AF}"/>
          </ac:picMkLst>
        </pc:picChg>
        <pc:picChg chg="add mod">
          <ac:chgData name="Joshua Ngui" userId="a6167923-c110-409b-bad0-723368df3cb1" providerId="ADAL" clId="{9FCC207D-B9BD-4721-B143-34F9122DEF8F}" dt="2025-03-01T08:14:06.748" v="1257" actId="688"/>
          <ac:picMkLst>
            <pc:docMk/>
            <pc:sldMk cId="2805030926" sldId="256"/>
            <ac:picMk id="40" creationId="{6F6F5FB7-380B-DE1A-57AB-BB337FB6046D}"/>
          </ac:picMkLst>
        </pc:picChg>
        <pc:picChg chg="add del mod">
          <ac:chgData name="Joshua Ngui" userId="a6167923-c110-409b-bad0-723368df3cb1" providerId="ADAL" clId="{9FCC207D-B9BD-4721-B143-34F9122DEF8F}" dt="2025-03-01T09:48:15.780" v="1654" actId="478"/>
          <ac:picMkLst>
            <pc:docMk/>
            <pc:sldMk cId="2805030926" sldId="256"/>
            <ac:picMk id="42" creationId="{01CF82A0-65E8-8563-9D82-B6A6C0EC331A}"/>
          </ac:picMkLst>
        </pc:picChg>
        <pc:picChg chg="add mod">
          <ac:chgData name="Joshua Ngui" userId="a6167923-c110-409b-bad0-723368df3cb1" providerId="ADAL" clId="{9FCC207D-B9BD-4721-B143-34F9122DEF8F}" dt="2025-03-01T08:16:18.988" v="1276" actId="14100"/>
          <ac:picMkLst>
            <pc:docMk/>
            <pc:sldMk cId="2805030926" sldId="256"/>
            <ac:picMk id="43" creationId="{012E27E8-08CE-912B-C376-260AD643FA66}"/>
          </ac:picMkLst>
        </pc:picChg>
        <pc:picChg chg="add mod">
          <ac:chgData name="Joshua Ngui" userId="a6167923-c110-409b-bad0-723368df3cb1" providerId="ADAL" clId="{9FCC207D-B9BD-4721-B143-34F9122DEF8F}" dt="2025-03-01T08:23:30.324" v="1484" actId="1076"/>
          <ac:picMkLst>
            <pc:docMk/>
            <pc:sldMk cId="2805030926" sldId="256"/>
            <ac:picMk id="45" creationId="{3D369F03-AC4D-A62B-A01F-D18ED70D57F3}"/>
          </ac:picMkLst>
        </pc:picChg>
        <pc:picChg chg="add mod">
          <ac:chgData name="Joshua Ngui" userId="a6167923-c110-409b-bad0-723368df3cb1" providerId="ADAL" clId="{9FCC207D-B9BD-4721-B143-34F9122DEF8F}" dt="2025-03-01T08:25:30.423" v="1499" actId="1076"/>
          <ac:picMkLst>
            <pc:docMk/>
            <pc:sldMk cId="2805030926" sldId="256"/>
            <ac:picMk id="47" creationId="{C2F38480-8543-3FB7-73F8-90E46AD62F63}"/>
          </ac:picMkLst>
        </pc:picChg>
        <pc:picChg chg="add mod">
          <ac:chgData name="Joshua Ngui" userId="a6167923-c110-409b-bad0-723368df3cb1" providerId="ADAL" clId="{9FCC207D-B9BD-4721-B143-34F9122DEF8F}" dt="2025-03-01T09:48:26.236" v="1657" actId="14100"/>
          <ac:picMkLst>
            <pc:docMk/>
            <pc:sldMk cId="2805030926" sldId="256"/>
            <ac:picMk id="50" creationId="{B9251C9C-7521-9BC4-3BBA-2C6127A743EC}"/>
          </ac:picMkLst>
        </pc:picChg>
      </pc:sldChg>
      <pc:sldChg chg="addSp delSp modSp new mod delAnim modAnim modNotesTx">
        <pc:chgData name="Joshua Ngui" userId="a6167923-c110-409b-bad0-723368df3cb1" providerId="ADAL" clId="{9FCC207D-B9BD-4721-B143-34F9122DEF8F}" dt="2025-03-01T09:49:11.755" v="1664"/>
        <pc:sldMkLst>
          <pc:docMk/>
          <pc:sldMk cId="372002819" sldId="257"/>
        </pc:sldMkLst>
        <pc:spChg chg="add mod">
          <ac:chgData name="Joshua Ngui" userId="a6167923-c110-409b-bad0-723368df3cb1" providerId="ADAL" clId="{9FCC207D-B9BD-4721-B143-34F9122DEF8F}" dt="2025-02-26T17:49:36.175" v="271"/>
          <ac:spMkLst>
            <pc:docMk/>
            <pc:sldMk cId="372002819" sldId="257"/>
            <ac:spMk id="2" creationId="{B390E407-A6F9-B466-39F0-4FB50BFD378E}"/>
          </ac:spMkLst>
        </pc:spChg>
        <pc:spChg chg="add mod">
          <ac:chgData name="Joshua Ngui" userId="a6167923-c110-409b-bad0-723368df3cb1" providerId="ADAL" clId="{9FCC207D-B9BD-4721-B143-34F9122DEF8F}" dt="2025-02-26T17:49:36.175" v="271"/>
          <ac:spMkLst>
            <pc:docMk/>
            <pc:sldMk cId="372002819" sldId="257"/>
            <ac:spMk id="3" creationId="{9872D64B-97C3-DD05-3B3E-D10D101C4286}"/>
          </ac:spMkLst>
        </pc:spChg>
        <pc:spChg chg="add mod">
          <ac:chgData name="Joshua Ngui" userId="a6167923-c110-409b-bad0-723368df3cb1" providerId="ADAL" clId="{9FCC207D-B9BD-4721-B143-34F9122DEF8F}" dt="2025-02-26T17:49:36.175" v="271"/>
          <ac:spMkLst>
            <pc:docMk/>
            <pc:sldMk cId="372002819" sldId="257"/>
            <ac:spMk id="4" creationId="{5D9E9907-F49A-19BD-D4DC-F4EA333A19C5}"/>
          </ac:spMkLst>
        </pc:spChg>
        <pc:spChg chg="add mod">
          <ac:chgData name="Joshua Ngui" userId="a6167923-c110-409b-bad0-723368df3cb1" providerId="ADAL" clId="{9FCC207D-B9BD-4721-B143-34F9122DEF8F}" dt="2025-02-26T17:49:36.175" v="271"/>
          <ac:spMkLst>
            <pc:docMk/>
            <pc:sldMk cId="372002819" sldId="257"/>
            <ac:spMk id="5" creationId="{E5DF85E6-70A2-3315-D1E8-F90D9DEA7618}"/>
          </ac:spMkLst>
        </pc:spChg>
        <pc:spChg chg="add mod">
          <ac:chgData name="Joshua Ngui" userId="a6167923-c110-409b-bad0-723368df3cb1" providerId="ADAL" clId="{9FCC207D-B9BD-4721-B143-34F9122DEF8F}" dt="2025-03-01T07:30:50.037" v="767" actId="1076"/>
          <ac:spMkLst>
            <pc:docMk/>
            <pc:sldMk cId="372002819" sldId="257"/>
            <ac:spMk id="6" creationId="{BA403E47-5262-9844-C3D4-F408F2D1230E}"/>
          </ac:spMkLst>
        </pc:spChg>
        <pc:spChg chg="add mod">
          <ac:chgData name="Joshua Ngui" userId="a6167923-c110-409b-bad0-723368df3cb1" providerId="ADAL" clId="{9FCC207D-B9BD-4721-B143-34F9122DEF8F}" dt="2025-02-27T17:50:15.092" v="687" actId="1076"/>
          <ac:spMkLst>
            <pc:docMk/>
            <pc:sldMk cId="372002819" sldId="257"/>
            <ac:spMk id="7" creationId="{65A14A94-ED5F-E66D-C904-1EBB961BE18B}"/>
          </ac:spMkLst>
        </pc:spChg>
        <pc:spChg chg="add mod">
          <ac:chgData name="Joshua Ngui" userId="a6167923-c110-409b-bad0-723368df3cb1" providerId="ADAL" clId="{9FCC207D-B9BD-4721-B143-34F9122DEF8F}" dt="2025-03-01T08:27:48.567" v="1507" actId="1076"/>
          <ac:spMkLst>
            <pc:docMk/>
            <pc:sldMk cId="372002819" sldId="257"/>
            <ac:spMk id="8" creationId="{5E9B98B6-A49A-9051-BF11-3D292F76C854}"/>
          </ac:spMkLst>
        </pc:spChg>
        <pc:spChg chg="add mod">
          <ac:chgData name="Joshua Ngui" userId="a6167923-c110-409b-bad0-723368df3cb1" providerId="ADAL" clId="{9FCC207D-B9BD-4721-B143-34F9122DEF8F}" dt="2025-03-01T08:27:52.319" v="1508" actId="1076"/>
          <ac:spMkLst>
            <pc:docMk/>
            <pc:sldMk cId="372002819" sldId="257"/>
            <ac:spMk id="9" creationId="{DF168B48-03BB-02EB-F8B4-02A12D62F196}"/>
          </ac:spMkLst>
        </pc:spChg>
        <pc:spChg chg="add mod">
          <ac:chgData name="Joshua Ngui" userId="a6167923-c110-409b-bad0-723368df3cb1" providerId="ADAL" clId="{9FCC207D-B9BD-4721-B143-34F9122DEF8F}" dt="2025-03-01T07:34:42.560" v="879" actId="1076"/>
          <ac:spMkLst>
            <pc:docMk/>
            <pc:sldMk cId="372002819" sldId="257"/>
            <ac:spMk id="10" creationId="{C3BE42CE-C705-9329-566B-EC2C0D40A82C}"/>
          </ac:spMkLst>
        </pc:spChg>
        <pc:spChg chg="add mod">
          <ac:chgData name="Joshua Ngui" userId="a6167923-c110-409b-bad0-723368df3cb1" providerId="ADAL" clId="{9FCC207D-B9BD-4721-B143-34F9122DEF8F}" dt="2025-03-01T08:36:24.105" v="1565" actId="1076"/>
          <ac:spMkLst>
            <pc:docMk/>
            <pc:sldMk cId="372002819" sldId="257"/>
            <ac:spMk id="33" creationId="{0D18E653-2B0F-0D22-1FCF-DC46FD4A39D2}"/>
          </ac:spMkLst>
        </pc:spChg>
        <pc:picChg chg="add del mod">
          <ac:chgData name="Joshua Ngui" userId="a6167923-c110-409b-bad0-723368df3cb1" providerId="ADAL" clId="{9FCC207D-B9BD-4721-B143-34F9122DEF8F}" dt="2025-03-01T08:30:55.674" v="1520" actId="478"/>
          <ac:picMkLst>
            <pc:docMk/>
            <pc:sldMk cId="372002819" sldId="257"/>
            <ac:picMk id="11" creationId="{D634FDC5-DD0E-44E7-AE88-91806BD84524}"/>
          </ac:picMkLst>
        </pc:picChg>
        <pc:picChg chg="add mod">
          <ac:chgData name="Joshua Ngui" userId="a6167923-c110-409b-bad0-723368df3cb1" providerId="ADAL" clId="{9FCC207D-B9BD-4721-B143-34F9122DEF8F}" dt="2025-03-01T08:26:50.851" v="1504" actId="1076"/>
          <ac:picMkLst>
            <pc:docMk/>
            <pc:sldMk cId="372002819" sldId="257"/>
            <ac:picMk id="12" creationId="{7BEB18F4-0600-9BDA-8777-117AA2FBA410}"/>
          </ac:picMkLst>
        </pc:picChg>
        <pc:picChg chg="add mod">
          <ac:chgData name="Joshua Ngui" userId="a6167923-c110-409b-bad0-723368df3cb1" providerId="ADAL" clId="{9FCC207D-B9BD-4721-B143-34F9122DEF8F}" dt="2025-03-01T08:26:50.851" v="1504" actId="1076"/>
          <ac:picMkLst>
            <pc:docMk/>
            <pc:sldMk cId="372002819" sldId="257"/>
            <ac:picMk id="13" creationId="{E29B7232-8AEF-A28A-7630-5BEC2BDAFDCE}"/>
          </ac:picMkLst>
        </pc:picChg>
        <pc:picChg chg="add mod">
          <ac:chgData name="Joshua Ngui" userId="a6167923-c110-409b-bad0-723368df3cb1" providerId="ADAL" clId="{9FCC207D-B9BD-4721-B143-34F9122DEF8F}" dt="2025-03-01T08:26:50.851" v="1504" actId="1076"/>
          <ac:picMkLst>
            <pc:docMk/>
            <pc:sldMk cId="372002819" sldId="257"/>
            <ac:picMk id="14" creationId="{18E7DBF8-444B-7860-CD8C-2ACE492A5390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15" creationId="{BD6450BA-5470-38EC-2C36-BBAF1A368641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16" creationId="{2857EA55-CE3D-A50F-8FEF-C4B9D935D651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17" creationId="{9F3801CB-965A-D5A7-BE9A-8403CAEA8628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18" creationId="{DDF43B33-BCBD-D305-CE88-281C636ED98C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19" creationId="{8DFC21EB-7FC0-1006-2947-6F347E1D154A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20" creationId="{F04507A6-B0E9-7B70-B898-72673992CB9A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21" creationId="{9F856A2E-833D-393D-BDA8-B190EF55993B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22" creationId="{181AE2D7-0DF7-0566-50C5-942A1B99337C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23" creationId="{A0C58563-1949-778E-B09B-3DFACBEDEEFB}"/>
          </ac:picMkLst>
        </pc:picChg>
        <pc:picChg chg="add mod">
          <ac:chgData name="Joshua Ngui" userId="a6167923-c110-409b-bad0-723368df3cb1" providerId="ADAL" clId="{9FCC207D-B9BD-4721-B143-34F9122DEF8F}" dt="2025-03-01T08:27:13.526" v="1505"/>
          <ac:picMkLst>
            <pc:docMk/>
            <pc:sldMk cId="372002819" sldId="257"/>
            <ac:picMk id="24" creationId="{7BF5FD5A-DD49-41BA-9D94-59019415E850}"/>
          </ac:picMkLst>
        </pc:picChg>
        <pc:picChg chg="add del mod">
          <ac:chgData name="Joshua Ngui" userId="a6167923-c110-409b-bad0-723368df3cb1" providerId="ADAL" clId="{9FCC207D-B9BD-4721-B143-34F9122DEF8F}" dt="2025-03-01T09:49:06.781" v="1661" actId="478"/>
          <ac:picMkLst>
            <pc:docMk/>
            <pc:sldMk cId="372002819" sldId="257"/>
            <ac:picMk id="25" creationId="{9F569D63-EE39-25DA-1429-281B56A3AE94}"/>
          </ac:picMkLst>
        </pc:picChg>
        <pc:picChg chg="add mod">
          <ac:chgData name="Joshua Ngui" userId="a6167923-c110-409b-bad0-723368df3cb1" providerId="ADAL" clId="{9FCC207D-B9BD-4721-B143-34F9122DEF8F}" dt="2025-03-01T08:28:02.655" v="1510" actId="1076"/>
          <ac:picMkLst>
            <pc:docMk/>
            <pc:sldMk cId="372002819" sldId="257"/>
            <ac:picMk id="26" creationId="{14B064AF-58DE-ECB8-CA53-17220F1715CC}"/>
          </ac:picMkLst>
        </pc:picChg>
        <pc:picChg chg="add del mod">
          <ac:chgData name="Joshua Ngui" userId="a6167923-c110-409b-bad0-723368df3cb1" providerId="ADAL" clId="{9FCC207D-B9BD-4721-B143-34F9122DEF8F}" dt="2025-03-01T09:46:06.905" v="1627" actId="478"/>
          <ac:picMkLst>
            <pc:docMk/>
            <pc:sldMk cId="372002819" sldId="257"/>
            <ac:picMk id="28" creationId="{378513A0-3F16-091A-7D14-ACF22A312E21}"/>
          </ac:picMkLst>
        </pc:picChg>
        <pc:picChg chg="add mod">
          <ac:chgData name="Joshua Ngui" userId="a6167923-c110-409b-bad0-723368df3cb1" providerId="ADAL" clId="{9FCC207D-B9BD-4721-B143-34F9122DEF8F}" dt="2025-03-01T08:31:23.754" v="1523" actId="1076"/>
          <ac:picMkLst>
            <pc:docMk/>
            <pc:sldMk cId="372002819" sldId="257"/>
            <ac:picMk id="30" creationId="{40C97C19-E1F0-6205-4450-EC9AD9C2B33D}"/>
          </ac:picMkLst>
        </pc:picChg>
        <pc:picChg chg="add mod">
          <ac:chgData name="Joshua Ngui" userId="a6167923-c110-409b-bad0-723368df3cb1" providerId="ADAL" clId="{9FCC207D-B9BD-4721-B143-34F9122DEF8F}" dt="2025-03-01T08:32:42.188" v="1534" actId="1076"/>
          <ac:picMkLst>
            <pc:docMk/>
            <pc:sldMk cId="372002819" sldId="257"/>
            <ac:picMk id="31" creationId="{86C012F9-15A3-2FA7-6724-6DBDA1982249}"/>
          </ac:picMkLst>
        </pc:picChg>
        <pc:picChg chg="add mod">
          <ac:chgData name="Joshua Ngui" userId="a6167923-c110-409b-bad0-723368df3cb1" providerId="ADAL" clId="{9FCC207D-B9BD-4721-B143-34F9122DEF8F}" dt="2025-03-01T08:33:39.618" v="1542" actId="1076"/>
          <ac:picMkLst>
            <pc:docMk/>
            <pc:sldMk cId="372002819" sldId="257"/>
            <ac:picMk id="32" creationId="{ABA5E0E1-61BE-5D59-6A5E-DEF60EDADA81}"/>
          </ac:picMkLst>
        </pc:picChg>
        <pc:picChg chg="add mod">
          <ac:chgData name="Joshua Ngui" userId="a6167923-c110-409b-bad0-723368df3cb1" providerId="ADAL" clId="{9FCC207D-B9BD-4721-B143-34F9122DEF8F}" dt="2025-03-01T09:46:20.787" v="1634" actId="688"/>
          <ac:picMkLst>
            <pc:docMk/>
            <pc:sldMk cId="372002819" sldId="257"/>
            <ac:picMk id="35" creationId="{3004F5DF-C59D-BFA7-DB35-632CFBE15E76}"/>
          </ac:picMkLst>
        </pc:picChg>
        <pc:picChg chg="add mod">
          <ac:chgData name="Joshua Ngui" userId="a6167923-c110-409b-bad0-723368df3cb1" providerId="ADAL" clId="{9FCC207D-B9BD-4721-B143-34F9122DEF8F}" dt="2025-03-01T09:49:09.620" v="1663" actId="1076"/>
          <ac:picMkLst>
            <pc:docMk/>
            <pc:sldMk cId="372002819" sldId="257"/>
            <ac:picMk id="36" creationId="{6BF6DE96-225C-F833-D9FD-734C9F81892F}"/>
          </ac:picMkLst>
        </pc:picChg>
      </pc:sldChg>
      <pc:sldChg chg="addSp delSp modSp new mod delAnim modAnim modNotesTx">
        <pc:chgData name="Joshua Ngui" userId="a6167923-c110-409b-bad0-723368df3cb1" providerId="ADAL" clId="{9FCC207D-B9BD-4721-B143-34F9122DEF8F}" dt="2025-03-01T09:49:52.038" v="1666"/>
        <pc:sldMkLst>
          <pc:docMk/>
          <pc:sldMk cId="26939119" sldId="258"/>
        </pc:sldMkLst>
        <pc:spChg chg="add mod">
          <ac:chgData name="Joshua Ngui" userId="a6167923-c110-409b-bad0-723368df3cb1" providerId="ADAL" clId="{9FCC207D-B9BD-4721-B143-34F9122DEF8F}" dt="2025-02-26T17:49:37.135" v="272"/>
          <ac:spMkLst>
            <pc:docMk/>
            <pc:sldMk cId="26939119" sldId="258"/>
            <ac:spMk id="2" creationId="{B6A865CD-4B15-4882-0F5B-F9A1461CFE9E}"/>
          </ac:spMkLst>
        </pc:spChg>
        <pc:spChg chg="add mod">
          <ac:chgData name="Joshua Ngui" userId="a6167923-c110-409b-bad0-723368df3cb1" providerId="ADAL" clId="{9FCC207D-B9BD-4721-B143-34F9122DEF8F}" dt="2025-02-26T17:49:37.135" v="272"/>
          <ac:spMkLst>
            <pc:docMk/>
            <pc:sldMk cId="26939119" sldId="258"/>
            <ac:spMk id="3" creationId="{BE22DF36-23FD-C075-163F-DE897B85ECF7}"/>
          </ac:spMkLst>
        </pc:spChg>
        <pc:spChg chg="add mod">
          <ac:chgData name="Joshua Ngui" userId="a6167923-c110-409b-bad0-723368df3cb1" providerId="ADAL" clId="{9FCC207D-B9BD-4721-B143-34F9122DEF8F}" dt="2025-02-26T17:49:37.135" v="272"/>
          <ac:spMkLst>
            <pc:docMk/>
            <pc:sldMk cId="26939119" sldId="258"/>
            <ac:spMk id="4" creationId="{2F60CAA2-AC99-58A8-B4A2-F3E63031CB46}"/>
          </ac:spMkLst>
        </pc:spChg>
        <pc:spChg chg="add mod">
          <ac:chgData name="Joshua Ngui" userId="a6167923-c110-409b-bad0-723368df3cb1" providerId="ADAL" clId="{9FCC207D-B9BD-4721-B143-34F9122DEF8F}" dt="2025-02-26T17:49:37.135" v="272"/>
          <ac:spMkLst>
            <pc:docMk/>
            <pc:sldMk cId="26939119" sldId="258"/>
            <ac:spMk id="5" creationId="{CE128505-4CB1-5C4B-3A04-251B5675AE49}"/>
          </ac:spMkLst>
        </pc:spChg>
        <pc:spChg chg="add mod">
          <ac:chgData name="Joshua Ngui" userId="a6167923-c110-409b-bad0-723368df3cb1" providerId="ADAL" clId="{9FCC207D-B9BD-4721-B143-34F9122DEF8F}" dt="2025-03-01T07:33:06.601" v="851"/>
          <ac:spMkLst>
            <pc:docMk/>
            <pc:sldMk cId="26939119" sldId="258"/>
            <ac:spMk id="6" creationId="{D968B729-2060-4FDB-E138-362E1F2AD354}"/>
          </ac:spMkLst>
        </pc:spChg>
        <pc:spChg chg="add mod">
          <ac:chgData name="Joshua Ngui" userId="a6167923-c110-409b-bad0-723368df3cb1" providerId="ADAL" clId="{9FCC207D-B9BD-4721-B143-34F9122DEF8F}" dt="2025-03-01T09:23:19.357" v="1608" actId="1076"/>
          <ac:spMkLst>
            <pc:docMk/>
            <pc:sldMk cId="26939119" sldId="258"/>
            <ac:spMk id="7" creationId="{F69343B4-CC08-A1D1-A44C-C59143827D69}"/>
          </ac:spMkLst>
        </pc:spChg>
        <pc:spChg chg="add del mod">
          <ac:chgData name="Joshua Ngui" userId="a6167923-c110-409b-bad0-723368df3cb1" providerId="ADAL" clId="{9FCC207D-B9BD-4721-B143-34F9122DEF8F}" dt="2025-03-01T07:38:08.062" v="948" actId="21"/>
          <ac:spMkLst>
            <pc:docMk/>
            <pc:sldMk cId="26939119" sldId="258"/>
            <ac:spMk id="8" creationId="{70CF32F6-3597-3C64-EEBD-5FBAC1B4340D}"/>
          </ac:spMkLst>
        </pc:spChg>
        <pc:spChg chg="add mod">
          <ac:chgData name="Joshua Ngui" userId="a6167923-c110-409b-bad0-723368df3cb1" providerId="ADAL" clId="{9FCC207D-B9BD-4721-B143-34F9122DEF8F}" dt="2025-03-01T07:38:21.758" v="951"/>
          <ac:spMkLst>
            <pc:docMk/>
            <pc:sldMk cId="26939119" sldId="258"/>
            <ac:spMk id="9" creationId="{CBEF2271-DA56-79CD-4071-7E14E1EAEB84}"/>
          </ac:spMkLst>
        </pc:spChg>
        <pc:spChg chg="add mod">
          <ac:chgData name="Joshua Ngui" userId="a6167923-c110-409b-bad0-723368df3cb1" providerId="ADAL" clId="{9FCC207D-B9BD-4721-B143-34F9122DEF8F}" dt="2025-03-01T09:23:16.403" v="1607" actId="1076"/>
          <ac:spMkLst>
            <pc:docMk/>
            <pc:sldMk cId="26939119" sldId="258"/>
            <ac:spMk id="10" creationId="{84BA2770-1E75-3F78-543A-4F34C9E36414}"/>
          </ac:spMkLst>
        </pc:spChg>
        <pc:spChg chg="add mod">
          <ac:chgData name="Joshua Ngui" userId="a6167923-c110-409b-bad0-723368df3cb1" providerId="ADAL" clId="{9FCC207D-B9BD-4721-B143-34F9122DEF8F}" dt="2025-03-01T09:20:29.233" v="1591" actId="20577"/>
          <ac:spMkLst>
            <pc:docMk/>
            <pc:sldMk cId="26939119" sldId="258"/>
            <ac:spMk id="11" creationId="{8E5D23BE-4587-8142-6B23-00B490C4F7A2}"/>
          </ac:spMkLst>
        </pc:spChg>
        <pc:picChg chg="add mod">
          <ac:chgData name="Joshua Ngui" userId="a6167923-c110-409b-bad0-723368df3cb1" providerId="ADAL" clId="{9FCC207D-B9BD-4721-B143-34F9122DEF8F}" dt="2025-03-01T09:21:41.302" v="1597"/>
          <ac:picMkLst>
            <pc:docMk/>
            <pc:sldMk cId="26939119" sldId="258"/>
            <ac:picMk id="12" creationId="{857757BB-EF73-BAE1-197B-0CE42274FDC2}"/>
          </ac:picMkLst>
        </pc:picChg>
        <pc:picChg chg="add mod">
          <ac:chgData name="Joshua Ngui" userId="a6167923-c110-409b-bad0-723368df3cb1" providerId="ADAL" clId="{9FCC207D-B9BD-4721-B143-34F9122DEF8F}" dt="2025-03-01T09:21:41.302" v="1597"/>
          <ac:picMkLst>
            <pc:docMk/>
            <pc:sldMk cId="26939119" sldId="258"/>
            <ac:picMk id="13" creationId="{0EB898EA-59C8-D663-E1F1-23D5A5D72602}"/>
          </ac:picMkLst>
        </pc:picChg>
        <pc:picChg chg="add mod">
          <ac:chgData name="Joshua Ngui" userId="a6167923-c110-409b-bad0-723368df3cb1" providerId="ADAL" clId="{9FCC207D-B9BD-4721-B143-34F9122DEF8F}" dt="2025-03-01T09:21:41.302" v="1597"/>
          <ac:picMkLst>
            <pc:docMk/>
            <pc:sldMk cId="26939119" sldId="258"/>
            <ac:picMk id="14" creationId="{D7BF4B9C-5183-8A2D-0D4D-2E676C5E2AD9}"/>
          </ac:picMkLst>
        </pc:picChg>
        <pc:picChg chg="add del">
          <ac:chgData name="Joshua Ngui" userId="a6167923-c110-409b-bad0-723368df3cb1" providerId="ADAL" clId="{9FCC207D-B9BD-4721-B143-34F9122DEF8F}" dt="2025-03-01T09:22:27.129" v="1604" actId="478"/>
          <ac:picMkLst>
            <pc:docMk/>
            <pc:sldMk cId="26939119" sldId="258"/>
            <ac:picMk id="16" creationId="{33857D41-C79C-80D4-E2F2-350D4EDA8CEF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17" creationId="{1CA89EEB-73BA-1107-ABB4-B3073672A4B8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18" creationId="{3109D721-8FA0-0C30-5892-817ADD5BBF84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19" creationId="{9313D854-3336-3E31-7C6A-0AE0E7B6C9D5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0" creationId="{8B8F4556-2FC6-BF42-1732-D0EC50599E20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1" creationId="{C013BB15-86CC-8517-B984-A29E62E09586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2" creationId="{3ECDC7CD-7AE3-B12B-A083-CFEF7A3CDCEC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3" creationId="{18EAC5D1-6C2F-7F05-0160-D8E218C1A5E9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4" creationId="{C1841CE9-C468-EA97-BEED-1E1F92E21C02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5" creationId="{4210AEF1-20FB-8DF4-119D-3BF1BFE50DB6}"/>
          </ac:picMkLst>
        </pc:picChg>
        <pc:picChg chg="add mod">
          <ac:chgData name="Joshua Ngui" userId="a6167923-c110-409b-bad0-723368df3cb1" providerId="ADAL" clId="{9FCC207D-B9BD-4721-B143-34F9122DEF8F}" dt="2025-03-01T09:22:45.291" v="1605"/>
          <ac:picMkLst>
            <pc:docMk/>
            <pc:sldMk cId="26939119" sldId="258"/>
            <ac:picMk id="26" creationId="{E000E63E-FA73-4380-44AE-7DF98683F650}"/>
          </ac:picMkLst>
        </pc:picChg>
        <pc:picChg chg="add del mod">
          <ac:chgData name="Joshua Ngui" userId="a6167923-c110-409b-bad0-723368df3cb1" providerId="ADAL" clId="{9FCC207D-B9BD-4721-B143-34F9122DEF8F}" dt="2025-03-01T09:46:59.114" v="1638" actId="478"/>
          <ac:picMkLst>
            <pc:docMk/>
            <pc:sldMk cId="26939119" sldId="258"/>
            <ac:picMk id="27" creationId="{AF30CB5E-D35E-284F-657C-64F3FC76891B}"/>
          </ac:picMkLst>
        </pc:picChg>
        <pc:picChg chg="add mod">
          <ac:chgData name="Joshua Ngui" userId="a6167923-c110-409b-bad0-723368df3cb1" providerId="ADAL" clId="{9FCC207D-B9BD-4721-B143-34F9122DEF8F}" dt="2025-03-01T09:47:10.201" v="1644" actId="1076"/>
          <ac:picMkLst>
            <pc:docMk/>
            <pc:sldMk cId="26939119" sldId="258"/>
            <ac:picMk id="28" creationId="{C9D2C197-E18F-B2B8-9335-71C80BF3092F}"/>
          </ac:picMkLst>
        </pc:picChg>
        <pc:picChg chg="add mod">
          <ac:chgData name="Joshua Ngui" userId="a6167923-c110-409b-bad0-723368df3cb1" providerId="ADAL" clId="{9FCC207D-B9BD-4721-B143-34F9122DEF8F}" dt="2025-03-01T09:49:47.351" v="1665"/>
          <ac:picMkLst>
            <pc:docMk/>
            <pc:sldMk cId="26939119" sldId="258"/>
            <ac:picMk id="29" creationId="{30E16840-039D-70A0-70C2-FFD3AE4D1F42}"/>
          </ac:picMkLst>
        </pc:picChg>
        <pc:picChg chg="add mod">
          <ac:chgData name="Joshua Ngui" userId="a6167923-c110-409b-bad0-723368df3cb1" providerId="ADAL" clId="{9FCC207D-B9BD-4721-B143-34F9122DEF8F}" dt="2025-03-01T09:49:47.351" v="1665"/>
          <ac:picMkLst>
            <pc:docMk/>
            <pc:sldMk cId="26939119" sldId="258"/>
            <ac:picMk id="30" creationId="{57FFA964-535B-7E78-B7A1-16B4BC6D4BBF}"/>
          </ac:picMkLst>
        </pc:picChg>
      </pc:sldChg>
      <pc:sldChg chg="addSp delSp modSp new mod modAnim modNotesTx">
        <pc:chgData name="Joshua Ngui" userId="a6167923-c110-409b-bad0-723368df3cb1" providerId="ADAL" clId="{9FCC207D-B9BD-4721-B143-34F9122DEF8F}" dt="2025-03-01T09:53:49.686" v="1701"/>
        <pc:sldMkLst>
          <pc:docMk/>
          <pc:sldMk cId="2254140008" sldId="259"/>
        </pc:sldMkLst>
        <pc:spChg chg="add mod">
          <ac:chgData name="Joshua Ngui" userId="a6167923-c110-409b-bad0-723368df3cb1" providerId="ADAL" clId="{9FCC207D-B9BD-4721-B143-34F9122DEF8F}" dt="2025-02-26T17:49:37.790" v="273"/>
          <ac:spMkLst>
            <pc:docMk/>
            <pc:sldMk cId="2254140008" sldId="259"/>
            <ac:spMk id="2" creationId="{93D2F210-AFD9-7243-AFFC-D7DA5B438CA3}"/>
          </ac:spMkLst>
        </pc:spChg>
        <pc:spChg chg="add mod">
          <ac:chgData name="Joshua Ngui" userId="a6167923-c110-409b-bad0-723368df3cb1" providerId="ADAL" clId="{9FCC207D-B9BD-4721-B143-34F9122DEF8F}" dt="2025-02-26T17:49:37.790" v="273"/>
          <ac:spMkLst>
            <pc:docMk/>
            <pc:sldMk cId="2254140008" sldId="259"/>
            <ac:spMk id="3" creationId="{084DD2EF-7200-0603-307B-091215DF45B4}"/>
          </ac:spMkLst>
        </pc:spChg>
        <pc:spChg chg="add mod">
          <ac:chgData name="Joshua Ngui" userId="a6167923-c110-409b-bad0-723368df3cb1" providerId="ADAL" clId="{9FCC207D-B9BD-4721-B143-34F9122DEF8F}" dt="2025-02-26T17:49:37.790" v="273"/>
          <ac:spMkLst>
            <pc:docMk/>
            <pc:sldMk cId="2254140008" sldId="259"/>
            <ac:spMk id="4" creationId="{1CB6DC60-4B53-5137-C13D-B72907A2D630}"/>
          </ac:spMkLst>
        </pc:spChg>
        <pc:spChg chg="add mod">
          <ac:chgData name="Joshua Ngui" userId="a6167923-c110-409b-bad0-723368df3cb1" providerId="ADAL" clId="{9FCC207D-B9BD-4721-B143-34F9122DEF8F}" dt="2025-02-26T17:49:37.790" v="273"/>
          <ac:spMkLst>
            <pc:docMk/>
            <pc:sldMk cId="2254140008" sldId="259"/>
            <ac:spMk id="5" creationId="{D9F3388B-610F-AF19-5277-62C5249076D1}"/>
          </ac:spMkLst>
        </pc:spChg>
        <pc:spChg chg="add del mod">
          <ac:chgData name="Joshua Ngui" userId="a6167923-c110-409b-bad0-723368df3cb1" providerId="ADAL" clId="{9FCC207D-B9BD-4721-B143-34F9122DEF8F}" dt="2025-03-01T07:38:20.387" v="950" actId="21"/>
          <ac:spMkLst>
            <pc:docMk/>
            <pc:sldMk cId="2254140008" sldId="259"/>
            <ac:spMk id="6" creationId="{CBEF2271-DA56-79CD-4071-7E14E1EAEB84}"/>
          </ac:spMkLst>
        </pc:spChg>
        <pc:spChg chg="add mod">
          <ac:chgData name="Joshua Ngui" userId="a6167923-c110-409b-bad0-723368df3cb1" providerId="ADAL" clId="{9FCC207D-B9BD-4721-B143-34F9122DEF8F}" dt="2025-03-01T07:38:57.920" v="954"/>
          <ac:spMkLst>
            <pc:docMk/>
            <pc:sldMk cId="2254140008" sldId="259"/>
            <ac:spMk id="7" creationId="{5C7F516E-BF56-EB64-2D8D-13BCFE48FC3C}"/>
          </ac:spMkLst>
        </pc:spChg>
        <pc:spChg chg="add mod">
          <ac:chgData name="Joshua Ngui" userId="a6167923-c110-409b-bad0-723368df3cb1" providerId="ADAL" clId="{9FCC207D-B9BD-4721-B143-34F9122DEF8F}" dt="2025-03-01T09:52:33.395" v="1694" actId="20577"/>
          <ac:spMkLst>
            <pc:docMk/>
            <pc:sldMk cId="2254140008" sldId="259"/>
            <ac:spMk id="8" creationId="{70CF32F6-3597-3C64-EEBD-5FBAC1B4340D}"/>
          </ac:spMkLst>
        </pc:spChg>
        <pc:spChg chg="add mod">
          <ac:chgData name="Joshua Ngui" userId="a6167923-c110-409b-bad0-723368df3cb1" providerId="ADAL" clId="{9FCC207D-B9BD-4721-B143-34F9122DEF8F}" dt="2025-03-01T09:38:18.137" v="1618" actId="1076"/>
          <ac:spMkLst>
            <pc:docMk/>
            <pc:sldMk cId="2254140008" sldId="259"/>
            <ac:spMk id="9" creationId="{D20913D7-639A-4B23-BCC1-F5A70569204F}"/>
          </ac:spMkLst>
        </pc:spChg>
        <pc:spChg chg="add mod">
          <ac:chgData name="Joshua Ngui" userId="a6167923-c110-409b-bad0-723368df3cb1" providerId="ADAL" clId="{9FCC207D-B9BD-4721-B143-34F9122DEF8F}" dt="2025-03-01T09:38:20.747" v="1619" actId="1076"/>
          <ac:spMkLst>
            <pc:docMk/>
            <pc:sldMk cId="2254140008" sldId="259"/>
            <ac:spMk id="10" creationId="{2DFA0180-6C83-18B8-B862-9B2273BEB520}"/>
          </ac:spMkLst>
        </pc:spChg>
        <pc:spChg chg="add mod">
          <ac:chgData name="Joshua Ngui" userId="a6167923-c110-409b-bad0-723368df3cb1" providerId="ADAL" clId="{9FCC207D-B9BD-4721-B143-34F9122DEF8F}" dt="2025-03-01T09:50:44.530" v="1682" actId="1076"/>
          <ac:spMkLst>
            <pc:docMk/>
            <pc:sldMk cId="2254140008" sldId="259"/>
            <ac:spMk id="29" creationId="{54A9A69D-9C41-19CF-0A0E-4E89961F8E8D}"/>
          </ac:spMkLst>
        </pc:spChg>
        <pc:picChg chg="add mod">
          <ac:chgData name="Joshua Ngui" userId="a6167923-c110-409b-bad0-723368df3cb1" providerId="ADAL" clId="{9FCC207D-B9BD-4721-B143-34F9122DEF8F}" dt="2025-03-01T09:24:29.458" v="1616"/>
          <ac:picMkLst>
            <pc:docMk/>
            <pc:sldMk cId="2254140008" sldId="259"/>
            <ac:picMk id="11" creationId="{D56F2B87-3E8B-5F8D-77B8-491F6FDCCC33}"/>
          </ac:picMkLst>
        </pc:picChg>
        <pc:picChg chg="add mod">
          <ac:chgData name="Joshua Ngui" userId="a6167923-c110-409b-bad0-723368df3cb1" providerId="ADAL" clId="{9FCC207D-B9BD-4721-B143-34F9122DEF8F}" dt="2025-03-01T09:24:29.458" v="1616"/>
          <ac:picMkLst>
            <pc:docMk/>
            <pc:sldMk cId="2254140008" sldId="259"/>
            <ac:picMk id="12" creationId="{D9C9C9A8-BCA3-797A-E1D1-3C9D2B698CE2}"/>
          </ac:picMkLst>
        </pc:picChg>
        <pc:picChg chg="add mod">
          <ac:chgData name="Joshua Ngui" userId="a6167923-c110-409b-bad0-723368df3cb1" providerId="ADAL" clId="{9FCC207D-B9BD-4721-B143-34F9122DEF8F}" dt="2025-03-01T09:24:29.458" v="1616"/>
          <ac:picMkLst>
            <pc:docMk/>
            <pc:sldMk cId="2254140008" sldId="259"/>
            <ac:picMk id="13" creationId="{32D22331-C104-09AC-F706-2619A3A6066C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15" creationId="{7E74C3E9-7D98-F754-BE82-7BB35536793C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16" creationId="{614DE49F-B7B0-A2CA-5711-EA342AAA99F7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17" creationId="{8CA7631E-8D64-24CB-5E05-817796D493E6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18" creationId="{42989369-CB0C-5C8E-29EA-D545B202220A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19" creationId="{3F6F2FB4-AED2-3FF3-0E15-434FCEC583FE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20" creationId="{BB325FD1-1CB7-C62A-DC05-F3EA7295068B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21" creationId="{5DF0B692-F773-3402-F4F7-402C3601C9CB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22" creationId="{7FF42B33-4526-C14F-FD2E-4B27A3F2C5C1}"/>
          </ac:picMkLst>
        </pc:picChg>
        <pc:picChg chg="add mod">
          <ac:chgData name="Joshua Ngui" userId="a6167923-c110-409b-bad0-723368df3cb1" providerId="ADAL" clId="{9FCC207D-B9BD-4721-B143-34F9122DEF8F}" dt="2025-03-01T09:38:13.078" v="1617"/>
          <ac:picMkLst>
            <pc:docMk/>
            <pc:sldMk cId="2254140008" sldId="259"/>
            <ac:picMk id="23" creationId="{6C23E423-2FE0-98E3-C3F7-64F28B1325E1}"/>
          </ac:picMkLst>
        </pc:picChg>
        <pc:picChg chg="add del mod">
          <ac:chgData name="Joshua Ngui" userId="a6167923-c110-409b-bad0-723368df3cb1" providerId="ADAL" clId="{9FCC207D-B9BD-4721-B143-34F9122DEF8F}" dt="2025-03-01T09:47:15.686" v="1645" actId="478"/>
          <ac:picMkLst>
            <pc:docMk/>
            <pc:sldMk cId="2254140008" sldId="259"/>
            <ac:picMk id="24" creationId="{A88AB22C-321A-83BA-9012-24481BA323D8}"/>
          </ac:picMkLst>
        </pc:picChg>
        <pc:picChg chg="add mod">
          <ac:chgData name="Joshua Ngui" userId="a6167923-c110-409b-bad0-723368df3cb1" providerId="ADAL" clId="{9FCC207D-B9BD-4721-B143-34F9122DEF8F}" dt="2025-03-01T09:39:09.267" v="1625" actId="1076"/>
          <ac:picMkLst>
            <pc:docMk/>
            <pc:sldMk cId="2254140008" sldId="259"/>
            <ac:picMk id="26" creationId="{CA4BD358-6A6D-2665-3CE9-18D1C7BFDFDB}"/>
          </ac:picMkLst>
        </pc:picChg>
        <pc:picChg chg="add del mod">
          <ac:chgData name="Joshua Ngui" userId="a6167923-c110-409b-bad0-723368df3cb1" providerId="ADAL" clId="{9FCC207D-B9BD-4721-B143-34F9122DEF8F}" dt="2025-03-01T09:47:24.964" v="1650" actId="478"/>
          <ac:picMkLst>
            <pc:docMk/>
            <pc:sldMk cId="2254140008" sldId="259"/>
            <ac:picMk id="27" creationId="{0167EA8F-12DD-DFFD-2617-08B9ACEF2DC0}"/>
          </ac:picMkLst>
        </pc:picChg>
        <pc:picChg chg="add mod">
          <ac:chgData name="Joshua Ngui" userId="a6167923-c110-409b-bad0-723368df3cb1" providerId="ADAL" clId="{9FCC207D-B9BD-4721-B143-34F9122DEF8F}" dt="2025-03-01T09:47:28.943" v="1651"/>
          <ac:picMkLst>
            <pc:docMk/>
            <pc:sldMk cId="2254140008" sldId="259"/>
            <ac:picMk id="28" creationId="{E473055C-7F0F-DF38-C8BF-2AE4C0AC77C3}"/>
          </ac:picMkLst>
        </pc:picChg>
        <pc:picChg chg="add mod">
          <ac:chgData name="Joshua Ngui" userId="a6167923-c110-409b-bad0-723368df3cb1" providerId="ADAL" clId="{9FCC207D-B9BD-4721-B143-34F9122DEF8F}" dt="2025-03-01T09:50:56.985" v="1683"/>
          <ac:picMkLst>
            <pc:docMk/>
            <pc:sldMk cId="2254140008" sldId="259"/>
            <ac:picMk id="30" creationId="{82E7AED1-4D24-7F83-9B6A-161CB9884F93}"/>
          </ac:picMkLst>
        </pc:picChg>
        <pc:picChg chg="add mod">
          <ac:chgData name="Joshua Ngui" userId="a6167923-c110-409b-bad0-723368df3cb1" providerId="ADAL" clId="{9FCC207D-B9BD-4721-B143-34F9122DEF8F}" dt="2025-03-01T09:50:56.985" v="1683"/>
          <ac:picMkLst>
            <pc:docMk/>
            <pc:sldMk cId="2254140008" sldId="259"/>
            <ac:picMk id="31" creationId="{6114A22D-ABF2-6237-410E-D8EFA0F15477}"/>
          </ac:picMkLst>
        </pc:picChg>
        <pc:picChg chg="add mod">
          <ac:chgData name="Joshua Ngui" userId="a6167923-c110-409b-bad0-723368df3cb1" providerId="ADAL" clId="{9FCC207D-B9BD-4721-B143-34F9122DEF8F}" dt="2025-03-01T09:50:56.985" v="1683"/>
          <ac:picMkLst>
            <pc:docMk/>
            <pc:sldMk cId="2254140008" sldId="259"/>
            <ac:picMk id="32" creationId="{2F396335-386F-6058-6062-4EC624FFDE0E}"/>
          </ac:picMkLst>
        </pc:picChg>
        <pc:picChg chg="add mod">
          <ac:chgData name="Joshua Ngui" userId="a6167923-c110-409b-bad0-723368df3cb1" providerId="ADAL" clId="{9FCC207D-B9BD-4721-B143-34F9122DEF8F}" dt="2025-03-01T09:53:21.969" v="1696"/>
          <ac:picMkLst>
            <pc:docMk/>
            <pc:sldMk cId="2254140008" sldId="259"/>
            <ac:picMk id="33" creationId="{D7DE6AB3-E2E8-75A4-ABD2-F93361C87045}"/>
          </ac:picMkLst>
        </pc:picChg>
        <pc:picChg chg="add mod">
          <ac:chgData name="Joshua Ngui" userId="a6167923-c110-409b-bad0-723368df3cb1" providerId="ADAL" clId="{9FCC207D-B9BD-4721-B143-34F9122DEF8F}" dt="2025-03-01T09:53:38.015" v="1699" actId="1076"/>
          <ac:picMkLst>
            <pc:docMk/>
            <pc:sldMk cId="2254140008" sldId="259"/>
            <ac:picMk id="34" creationId="{32936D8A-66C0-4D39-F3F3-81B8D14D048A}"/>
          </ac:picMkLst>
        </pc:picChg>
      </pc:sldChg>
      <pc:sldChg chg="addSp modSp new mod modAnim modNotesTx">
        <pc:chgData name="Joshua Ngui" userId="a6167923-c110-409b-bad0-723368df3cb1" providerId="ADAL" clId="{9FCC207D-B9BD-4721-B143-34F9122DEF8F}" dt="2025-03-01T10:02:02.762" v="1785"/>
        <pc:sldMkLst>
          <pc:docMk/>
          <pc:sldMk cId="3394756282" sldId="260"/>
        </pc:sldMkLst>
        <pc:spChg chg="add mod">
          <ac:chgData name="Joshua Ngui" userId="a6167923-c110-409b-bad0-723368df3cb1" providerId="ADAL" clId="{9FCC207D-B9BD-4721-B143-34F9122DEF8F}" dt="2025-02-26T17:49:38.972" v="274"/>
          <ac:spMkLst>
            <pc:docMk/>
            <pc:sldMk cId="3394756282" sldId="260"/>
            <ac:spMk id="2" creationId="{510C014F-41F0-F57B-7303-BEF18E78D380}"/>
          </ac:spMkLst>
        </pc:spChg>
        <pc:spChg chg="add mod">
          <ac:chgData name="Joshua Ngui" userId="a6167923-c110-409b-bad0-723368df3cb1" providerId="ADAL" clId="{9FCC207D-B9BD-4721-B143-34F9122DEF8F}" dt="2025-02-26T17:49:38.972" v="274"/>
          <ac:spMkLst>
            <pc:docMk/>
            <pc:sldMk cId="3394756282" sldId="260"/>
            <ac:spMk id="3" creationId="{ED26272C-355D-8A62-345C-716A1792FF85}"/>
          </ac:spMkLst>
        </pc:spChg>
        <pc:spChg chg="add mod">
          <ac:chgData name="Joshua Ngui" userId="a6167923-c110-409b-bad0-723368df3cb1" providerId="ADAL" clId="{9FCC207D-B9BD-4721-B143-34F9122DEF8F}" dt="2025-02-26T17:49:38.972" v="274"/>
          <ac:spMkLst>
            <pc:docMk/>
            <pc:sldMk cId="3394756282" sldId="260"/>
            <ac:spMk id="4" creationId="{07EE3E66-6596-4555-D5F4-CAAEF3F039C0}"/>
          </ac:spMkLst>
        </pc:spChg>
        <pc:spChg chg="add mod">
          <ac:chgData name="Joshua Ngui" userId="a6167923-c110-409b-bad0-723368df3cb1" providerId="ADAL" clId="{9FCC207D-B9BD-4721-B143-34F9122DEF8F}" dt="2025-02-26T17:49:38.972" v="274"/>
          <ac:spMkLst>
            <pc:docMk/>
            <pc:sldMk cId="3394756282" sldId="260"/>
            <ac:spMk id="5" creationId="{EA64F0C2-6DFA-4622-A614-0C92B6EE1744}"/>
          </ac:spMkLst>
        </pc:spChg>
        <pc:spChg chg="add mod">
          <ac:chgData name="Joshua Ngui" userId="a6167923-c110-409b-bad0-723368df3cb1" providerId="ADAL" clId="{9FCC207D-B9BD-4721-B143-34F9122DEF8F}" dt="2025-03-01T09:57:08.591" v="1765" actId="1076"/>
          <ac:spMkLst>
            <pc:docMk/>
            <pc:sldMk cId="3394756282" sldId="260"/>
            <ac:spMk id="6" creationId="{EB4BDFB8-1225-7D99-7E4E-539997FD8263}"/>
          </ac:spMkLst>
        </pc:spChg>
        <pc:spChg chg="add mod">
          <ac:chgData name="Joshua Ngui" userId="a6167923-c110-409b-bad0-723368df3cb1" providerId="ADAL" clId="{9FCC207D-B9BD-4721-B143-34F9122DEF8F}" dt="2025-03-01T09:54:54.088" v="1732" actId="1076"/>
          <ac:spMkLst>
            <pc:docMk/>
            <pc:sldMk cId="3394756282" sldId="260"/>
            <ac:spMk id="7" creationId="{80A3EB68-8FA4-9AF6-52E3-FEDEF3370F1A}"/>
          </ac:spMkLst>
        </pc:spChg>
        <pc:spChg chg="add mod">
          <ac:chgData name="Joshua Ngui" userId="a6167923-c110-409b-bad0-723368df3cb1" providerId="ADAL" clId="{9FCC207D-B9BD-4721-B143-34F9122DEF8F}" dt="2025-03-01T07:47:55.640" v="1095" actId="20577"/>
          <ac:spMkLst>
            <pc:docMk/>
            <pc:sldMk cId="3394756282" sldId="260"/>
            <ac:spMk id="8" creationId="{90B01E91-1541-8DB5-ADC8-F4305DEF0FE1}"/>
          </ac:spMkLst>
        </pc:spChg>
        <pc:spChg chg="add mod">
          <ac:chgData name="Joshua Ngui" userId="a6167923-c110-409b-bad0-723368df3cb1" providerId="ADAL" clId="{9FCC207D-B9BD-4721-B143-34F9122DEF8F}" dt="2025-03-01T09:54:44.003" v="1729" actId="1076"/>
          <ac:spMkLst>
            <pc:docMk/>
            <pc:sldMk cId="3394756282" sldId="260"/>
            <ac:spMk id="9" creationId="{A46BA970-A7CD-B7AC-A9E9-BF4C5A177922}"/>
          </ac:spMkLst>
        </pc:spChg>
        <pc:spChg chg="add mod">
          <ac:chgData name="Joshua Ngui" userId="a6167923-c110-409b-bad0-723368df3cb1" providerId="ADAL" clId="{9FCC207D-B9BD-4721-B143-34F9122DEF8F}" dt="2025-03-01T09:54:51.573" v="1731" actId="1076"/>
          <ac:spMkLst>
            <pc:docMk/>
            <pc:sldMk cId="3394756282" sldId="260"/>
            <ac:spMk id="10" creationId="{F345B33B-C7D1-F736-4547-D56F6630A21E}"/>
          </ac:spMkLst>
        </pc:spChg>
        <pc:spChg chg="add mod">
          <ac:chgData name="Joshua Ngui" userId="a6167923-c110-409b-bad0-723368df3cb1" providerId="ADAL" clId="{9FCC207D-B9BD-4721-B143-34F9122DEF8F}" dt="2025-03-01T09:54:20.407" v="1727" actId="20577"/>
          <ac:spMkLst>
            <pc:docMk/>
            <pc:sldMk cId="3394756282" sldId="260"/>
            <ac:spMk id="11" creationId="{13B44FAF-4384-CBC1-C496-8FA5908FEBB5}"/>
          </ac:spMkLst>
        </pc:sp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2" creationId="{770EA44D-41D4-F074-B62C-658D57745455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3" creationId="{F2909763-D4E3-5D49-CBB4-F0145D8C9E19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4" creationId="{E1B0F5CA-8CE0-7546-632B-7EDB55D1ECEB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5" creationId="{840D9448-DC6F-547C-6215-76AA72F060C2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6" creationId="{6051EB3D-1600-7C07-F328-40551BFFD09F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7" creationId="{DDBB6600-3804-5E37-F164-609E46C834BF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8" creationId="{50AF7A20-23CB-82C6-B4A9-E911B27A6535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19" creationId="{E5B1CF11-9862-8D05-40B8-DDF5C521D240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21" creationId="{7A16672D-0BC0-CE45-645A-771AA6F97E65}"/>
          </ac:picMkLst>
        </pc:picChg>
        <pc:picChg chg="add mod">
          <ac:chgData name="Joshua Ngui" userId="a6167923-c110-409b-bad0-723368df3cb1" providerId="ADAL" clId="{9FCC207D-B9BD-4721-B143-34F9122DEF8F}" dt="2025-03-01T09:54:39.026" v="1728"/>
          <ac:picMkLst>
            <pc:docMk/>
            <pc:sldMk cId="3394756282" sldId="260"/>
            <ac:picMk id="22" creationId="{AF177904-E018-D5AE-30FD-5933A3E70653}"/>
          </ac:picMkLst>
        </pc:picChg>
        <pc:picChg chg="add mod">
          <ac:chgData name="Joshua Ngui" userId="a6167923-c110-409b-bad0-723368df3cb1" providerId="ADAL" clId="{9FCC207D-B9BD-4721-B143-34F9122DEF8F}" dt="2025-03-01T09:55:00.645" v="1733"/>
          <ac:picMkLst>
            <pc:docMk/>
            <pc:sldMk cId="3394756282" sldId="260"/>
            <ac:picMk id="23" creationId="{7361DFDB-A377-972A-ECAE-65713446968E}"/>
          </ac:picMkLst>
        </pc:picChg>
        <pc:picChg chg="add mod">
          <ac:chgData name="Joshua Ngui" userId="a6167923-c110-409b-bad0-723368df3cb1" providerId="ADAL" clId="{9FCC207D-B9BD-4721-B143-34F9122DEF8F}" dt="2025-03-01T09:55:00.645" v="1733"/>
          <ac:picMkLst>
            <pc:docMk/>
            <pc:sldMk cId="3394756282" sldId="260"/>
            <ac:picMk id="24" creationId="{A07438D0-FFDB-F65C-AA8F-3937CD15895F}"/>
          </ac:picMkLst>
        </pc:picChg>
        <pc:picChg chg="add mod">
          <ac:chgData name="Joshua Ngui" userId="a6167923-c110-409b-bad0-723368df3cb1" providerId="ADAL" clId="{9FCC207D-B9BD-4721-B143-34F9122DEF8F}" dt="2025-03-01T09:55:00.645" v="1733"/>
          <ac:picMkLst>
            <pc:docMk/>
            <pc:sldMk cId="3394756282" sldId="260"/>
            <ac:picMk id="25" creationId="{25920772-6ED3-5F27-6F51-BDEC510557B4}"/>
          </ac:picMkLst>
        </pc:picChg>
        <pc:picChg chg="add mod">
          <ac:chgData name="Joshua Ngui" userId="a6167923-c110-409b-bad0-723368df3cb1" providerId="ADAL" clId="{9FCC207D-B9BD-4721-B143-34F9122DEF8F}" dt="2025-03-01T09:55:31.762" v="1737" actId="1076"/>
          <ac:picMkLst>
            <pc:docMk/>
            <pc:sldMk cId="3394756282" sldId="260"/>
            <ac:picMk id="26" creationId="{37430898-1FEE-9E87-63F8-4AA5E5672501}"/>
          </ac:picMkLst>
        </pc:picChg>
        <pc:picChg chg="add mod">
          <ac:chgData name="Joshua Ngui" userId="a6167923-c110-409b-bad0-723368df3cb1" providerId="ADAL" clId="{9FCC207D-B9BD-4721-B143-34F9122DEF8F}" dt="2025-03-01T09:57:56.964" v="1770"/>
          <ac:picMkLst>
            <pc:docMk/>
            <pc:sldMk cId="3394756282" sldId="260"/>
            <ac:picMk id="27" creationId="{8236C2E8-C091-981F-A35A-8032A6B461C1}"/>
          </ac:picMkLst>
        </pc:picChg>
        <pc:picChg chg="add mod">
          <ac:chgData name="Joshua Ngui" userId="a6167923-c110-409b-bad0-723368df3cb1" providerId="ADAL" clId="{9FCC207D-B9BD-4721-B143-34F9122DEF8F}" dt="2025-03-01T09:57:56.964" v="1770"/>
          <ac:picMkLst>
            <pc:docMk/>
            <pc:sldMk cId="3394756282" sldId="260"/>
            <ac:picMk id="28" creationId="{96969E13-D5FE-FF16-5D3D-4F2DBD7589A5}"/>
          </ac:picMkLst>
        </pc:picChg>
        <pc:picChg chg="add mod">
          <ac:chgData name="Joshua Ngui" userId="a6167923-c110-409b-bad0-723368df3cb1" providerId="ADAL" clId="{9FCC207D-B9BD-4721-B143-34F9122DEF8F}" dt="2025-03-01T09:57:56.964" v="1770"/>
          <ac:picMkLst>
            <pc:docMk/>
            <pc:sldMk cId="3394756282" sldId="260"/>
            <ac:picMk id="29" creationId="{FF7141AE-5AFB-5DF0-E896-3C04195FC7E8}"/>
          </ac:picMkLst>
        </pc:picChg>
        <pc:picChg chg="add mod">
          <ac:chgData name="Joshua Ngui" userId="a6167923-c110-409b-bad0-723368df3cb1" providerId="ADAL" clId="{9FCC207D-B9BD-4721-B143-34F9122DEF8F}" dt="2025-03-01T09:59:01.937" v="1778" actId="1076"/>
          <ac:picMkLst>
            <pc:docMk/>
            <pc:sldMk cId="3394756282" sldId="260"/>
            <ac:picMk id="31" creationId="{682A79BE-5576-E63E-D7DC-0FF737720D12}"/>
          </ac:picMkLst>
        </pc:picChg>
        <pc:picChg chg="add mod">
          <ac:chgData name="Joshua Ngui" userId="a6167923-c110-409b-bad0-723368df3cb1" providerId="ADAL" clId="{9FCC207D-B9BD-4721-B143-34F9122DEF8F}" dt="2025-03-01T10:01:43.649" v="1783"/>
          <ac:picMkLst>
            <pc:docMk/>
            <pc:sldMk cId="3394756282" sldId="260"/>
            <ac:picMk id="32" creationId="{A2EFB1A1-9B57-BDCB-86E4-68DDF70C2DBD}"/>
          </ac:picMkLst>
        </pc:picChg>
        <pc:picChg chg="add mod">
          <ac:chgData name="Joshua Ngui" userId="a6167923-c110-409b-bad0-723368df3cb1" providerId="ADAL" clId="{9FCC207D-B9BD-4721-B143-34F9122DEF8F}" dt="2025-03-01T10:02:02.762" v="1785"/>
          <ac:picMkLst>
            <pc:docMk/>
            <pc:sldMk cId="3394756282" sldId="260"/>
            <ac:picMk id="33" creationId="{A8B1725E-FE5D-B487-A84A-0D0A530E3107}"/>
          </ac:picMkLst>
        </pc:picChg>
      </pc:sldChg>
      <pc:sldChg chg="add del">
        <pc:chgData name="Joshua Ngui" userId="a6167923-c110-409b-bad0-723368df3cb1" providerId="ADAL" clId="{9FCC207D-B9BD-4721-B143-34F9122DEF8F}" dt="2025-03-01T09:22:19.771" v="1602"/>
        <pc:sldMkLst>
          <pc:docMk/>
          <pc:sldMk cId="3670643376" sldId="261"/>
        </pc:sldMkLst>
      </pc:sldChg>
      <pc:sldMasterChg chg="setBg modSldLayout">
        <pc:chgData name="Joshua Ngui" userId="a6167923-c110-409b-bad0-723368df3cb1" providerId="ADAL" clId="{9FCC207D-B9BD-4721-B143-34F9122DEF8F}" dt="2025-02-26T17:32:27.318" v="21"/>
        <pc:sldMasterMkLst>
          <pc:docMk/>
          <pc:sldMasterMk cId="1132409941" sldId="2147483648"/>
        </pc:sldMasterMkLst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2549237618" sldId="2147483649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2052644850" sldId="2147483650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323972313" sldId="2147483651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3072008" sldId="2147483652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589298401" sldId="2147483653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3000119199" sldId="2147483654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2957195808" sldId="2147483655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1811651654" sldId="2147483656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3269953041" sldId="2147483657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403634207" sldId="2147483658"/>
          </pc:sldLayoutMkLst>
        </pc:sldLayoutChg>
        <pc:sldLayoutChg chg="setBg">
          <pc:chgData name="Joshua Ngui" userId="a6167923-c110-409b-bad0-723368df3cb1" providerId="ADAL" clId="{9FCC207D-B9BD-4721-B143-34F9122DEF8F}" dt="2025-02-26T17:32:27.318" v="21"/>
          <pc:sldLayoutMkLst>
            <pc:docMk/>
            <pc:sldMasterMk cId="1132409941" sldId="2147483648"/>
            <pc:sldLayoutMk cId="4215148765" sldId="2147483659"/>
          </pc:sldLayoutMkLst>
        </pc:sldLayoutChg>
      </pc:sldMasterChg>
      <pc:sldMasterChg chg="setBg modSldLayout">
        <pc:chgData name="Joshua Ngui" userId="a6167923-c110-409b-bad0-723368df3cb1" providerId="ADAL" clId="{9FCC207D-B9BD-4721-B143-34F9122DEF8F}" dt="2025-02-26T17:33:13.099" v="33"/>
        <pc:sldMasterMkLst>
          <pc:docMk/>
          <pc:sldMasterMk cId="4223665527" sldId="2147483660"/>
        </pc:sldMasterMkLst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3729155100" sldId="2147483661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1563642941" sldId="2147483662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872392631" sldId="2147483663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3369449574" sldId="2147483664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2570507894" sldId="2147483665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3737099549" sldId="2147483666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732163613" sldId="2147483667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1736811087" sldId="2147483668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2495977561" sldId="2147483669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748564860" sldId="2147483670"/>
          </pc:sldLayoutMkLst>
        </pc:sldLayoutChg>
        <pc:sldLayoutChg chg="setBg">
          <pc:chgData name="Joshua Ngui" userId="a6167923-c110-409b-bad0-723368df3cb1" providerId="ADAL" clId="{9FCC207D-B9BD-4721-B143-34F9122DEF8F}" dt="2025-02-26T17:33:13.099" v="33"/>
          <pc:sldLayoutMkLst>
            <pc:docMk/>
            <pc:sldMasterMk cId="4223665527" sldId="2147483660"/>
            <pc:sldLayoutMk cId="1147909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54914-A042-434D-919E-547ECC47CF8D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D3ABF-68F3-4F49-A739-E3950DA2A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3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START OF ANIMATION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1. Deck is shuffled, then moved offscreen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2. Bets are placed as chips</a:t>
            </a:r>
          </a:p>
          <a:p>
            <a:endParaRPr lang="en-US" b="0" dirty="0"/>
          </a:p>
          <a:p>
            <a:r>
              <a:rPr lang="en-US" b="0" dirty="0">
                <a:solidFill>
                  <a:schemeClr val="bg1"/>
                </a:solidFill>
              </a:rPr>
              <a:t>3. Cards are dealt as follows:</a:t>
            </a:r>
          </a:p>
          <a:p>
            <a:r>
              <a:rPr lang="en-US" b="0" dirty="0">
                <a:solidFill>
                  <a:schemeClr val="bg1"/>
                </a:solidFill>
              </a:rPr>
              <a:t>1: 6, 7; 2: 8, 8; 3: 1, K; 4: J, 2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4. Dealer draws a 6 and a face-down card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5. Player 1 hits, draws a 9 and busts with a value of 22, losing their chips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6. Player 2 hits, draws a 3 and stands with a value of 19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7. The current user is given the option to stand or hit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D3ABF-68F3-4F49-A739-E3950DA2A6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4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IF THE USER STANDS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1. Player 4 hits and draws a 9, obtaining a blackjack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2. Dealer flips over the face-down card and reveals an ace, giving a value of 17 and forcing them to stand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3. Player 2, with a total value of 19, receives a payout equal to their bet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4. The user, with a total value of 11, loses their bet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5. Player 4, with a blackjack, receives a payout equal to their bet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D3ABF-68F3-4F49-A739-E3950DA2A6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IF THE USER HITS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1. The user hits and draws a 9, obtaining a value of 20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b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2. The user is given the option to stand or hit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D3ABF-68F3-4F49-A739-E3950DA2A6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09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IF THE USER HITS, THEN STANDS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1. Player 4 hits draws a King and busts, losing their bet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2. Dealer flips over the face-down card and reveals an ace, giving a value of 17 and forcing them to stand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3. Player 2, with a total value of 19, receives a payout equal to their bet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4. The user, with a total value of 20, receives a payout equal to their bet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D3ABF-68F3-4F49-A739-E3950DA2A6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72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IF THE USER HITS TWICE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1. The user draws a King and busts with a value of 30, losing their bet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2. Player 4 draws a 6 and stands with a value of 18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3. Dealer flips over the face-down card and reveals an ace, giving a value of 17 and forcing them to stand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4. Player 2, with a total value of 19, receives a payout equal to their bet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5. Player 4, with a total value of 18, receives a payout equal to their bet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D3ABF-68F3-4F49-A739-E3950DA2A6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6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5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4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9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4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9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6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1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7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6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5379F7-629D-4C8A-9128-C92781676F24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FCD18-F5EA-417D-B212-CD87F534D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6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" Target="slide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11" Type="http://schemas.openxmlformats.org/officeDocument/2006/relationships/image" Target="../media/image8.png"/><Relationship Id="rId5" Type="http://schemas.openxmlformats.org/officeDocument/2006/relationships/image" Target="../media/image2.jp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slide" Target="slide3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4.png"/><Relationship Id="rId3" Type="http://schemas.openxmlformats.org/officeDocument/2006/relationships/slide" Target="slide4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slide" Target="slide5.xm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4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png"/><Relationship Id="rId18" Type="http://schemas.openxmlformats.org/officeDocument/2006/relationships/image" Target="../media/image3.jp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3B4A62-5E46-CDAE-8823-377D9C1E64D3}"/>
              </a:ext>
            </a:extLst>
          </p:cNvPr>
          <p:cNvSpPr txBox="1"/>
          <p:nvPr/>
        </p:nvSpPr>
        <p:spPr>
          <a:xfrm>
            <a:off x="3592387" y="491304"/>
            <a:ext cx="2526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Deck is shuffled, then moved offscreen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48F2F-B835-E7FF-C683-5575CFF53A45}"/>
              </a:ext>
            </a:extLst>
          </p:cNvPr>
          <p:cNvSpPr txBox="1"/>
          <p:nvPr/>
        </p:nvSpPr>
        <p:spPr>
          <a:xfrm>
            <a:off x="529590" y="7319010"/>
            <a:ext cx="2526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Bets are placed as chips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19F7BC-A15F-FF0E-5FBC-D21D466AE9C5}"/>
              </a:ext>
            </a:extLst>
          </p:cNvPr>
          <p:cNvSpPr txBox="1"/>
          <p:nvPr/>
        </p:nvSpPr>
        <p:spPr>
          <a:xfrm rot="21214893">
            <a:off x="8939040" y="69077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12C40-9107-ECAA-EED3-7F1DC8B554AF}"/>
              </a:ext>
            </a:extLst>
          </p:cNvPr>
          <p:cNvSpPr txBox="1"/>
          <p:nvPr/>
        </p:nvSpPr>
        <p:spPr>
          <a:xfrm rot="505186">
            <a:off x="4676774" y="69958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0F98B-4EDD-BA03-A4C7-476CCD25D424}"/>
              </a:ext>
            </a:extLst>
          </p:cNvPr>
          <p:cNvSpPr txBox="1"/>
          <p:nvPr/>
        </p:nvSpPr>
        <p:spPr>
          <a:xfrm>
            <a:off x="6569391" y="7012580"/>
            <a:ext cx="1491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(You)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C3DD0-0B1F-E0C2-AC3D-4ADE933A712A}"/>
              </a:ext>
            </a:extLst>
          </p:cNvPr>
          <p:cNvSpPr txBox="1"/>
          <p:nvPr/>
        </p:nvSpPr>
        <p:spPr>
          <a:xfrm rot="948362">
            <a:off x="2512695" y="653701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AF014-786C-C63B-977A-48206E912F53}"/>
              </a:ext>
            </a:extLst>
          </p:cNvPr>
          <p:cNvSpPr txBox="1"/>
          <p:nvPr/>
        </p:nvSpPr>
        <p:spPr>
          <a:xfrm>
            <a:off x="9701068" y="3977450"/>
            <a:ext cx="364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Cards are dealt as follows:</a:t>
            </a:r>
          </a:p>
          <a:p>
            <a:r>
              <a:rPr lang="en-US" b="1" dirty="0">
                <a:solidFill>
                  <a:schemeClr val="bg1"/>
                </a:solidFill>
              </a:rPr>
              <a:t>1: 6, 7; 2: 8, 8; 3: 1, K; 4: J,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4F41E-8E8D-4877-869F-0893FAC330B3}"/>
              </a:ext>
            </a:extLst>
          </p:cNvPr>
          <p:cNvSpPr txBox="1"/>
          <p:nvPr/>
        </p:nvSpPr>
        <p:spPr>
          <a:xfrm>
            <a:off x="9055199" y="500017"/>
            <a:ext cx="2526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Dealer draws a 6 and a face-down card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A7239-0369-4D31-3461-4FDE0CCDC0FD}"/>
              </a:ext>
            </a:extLst>
          </p:cNvPr>
          <p:cNvSpPr txBox="1"/>
          <p:nvPr/>
        </p:nvSpPr>
        <p:spPr>
          <a:xfrm>
            <a:off x="250355" y="2995429"/>
            <a:ext cx="3645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Player 1 hits, draws a 9 and busts with a value of 22, losing their chips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D8051D-C775-0554-8C3C-050316DE06AA}"/>
              </a:ext>
            </a:extLst>
          </p:cNvPr>
          <p:cNvSpPr txBox="1"/>
          <p:nvPr/>
        </p:nvSpPr>
        <p:spPr>
          <a:xfrm>
            <a:off x="3720524" y="3176989"/>
            <a:ext cx="364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6. Player 2 hits, draws a 3 and stands with a value of 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9063A4-8125-7C37-F1DE-90FABD835730}"/>
              </a:ext>
            </a:extLst>
          </p:cNvPr>
          <p:cNvSpPr txBox="1"/>
          <p:nvPr/>
        </p:nvSpPr>
        <p:spPr>
          <a:xfrm>
            <a:off x="7149344" y="3371644"/>
            <a:ext cx="364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7. The current user is given the option to stand or hit</a:t>
            </a:r>
          </a:p>
        </p:txBody>
      </p:sp>
      <p:sp>
        <p:nvSpPr>
          <p:cNvPr id="17" name="Rectangle 16">
            <a:hlinkClick r:id="rId3" action="ppaction://hlinksldjump"/>
            <a:extLst>
              <a:ext uri="{FF2B5EF4-FFF2-40B4-BE49-F238E27FC236}">
                <a16:creationId xmlns:a16="http://schemas.microsoft.com/office/drawing/2014/main" id="{596F6E71-BBF4-6807-FEED-923CBF4D9B8A}"/>
              </a:ext>
            </a:extLst>
          </p:cNvPr>
          <p:cNvSpPr/>
          <p:nvPr/>
        </p:nvSpPr>
        <p:spPr>
          <a:xfrm>
            <a:off x="902970" y="6401351"/>
            <a:ext cx="1348740" cy="7309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</a:t>
            </a:r>
          </a:p>
        </p:txBody>
      </p:sp>
      <p:sp>
        <p:nvSpPr>
          <p:cNvPr id="19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39CB70C5-DCAB-6B43-796B-DEEBFE9DA1E3}"/>
              </a:ext>
            </a:extLst>
          </p:cNvPr>
          <p:cNvSpPr/>
          <p:nvPr/>
        </p:nvSpPr>
        <p:spPr>
          <a:xfrm>
            <a:off x="12378690" y="6553751"/>
            <a:ext cx="1348740" cy="73096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Hit</a:t>
            </a:r>
          </a:p>
        </p:txBody>
      </p:sp>
      <p:pic>
        <p:nvPicPr>
          <p:cNvPr id="3" name="Picture 2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77FC9B57-0ABF-DBD0-DF55-CB7191AB1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391" y="410223"/>
            <a:ext cx="531202" cy="742227"/>
          </a:xfrm>
          <a:prstGeom prst="rect">
            <a:avLst/>
          </a:prstGeom>
        </p:spPr>
      </p:pic>
      <p:pic>
        <p:nvPicPr>
          <p:cNvPr id="5" name="Picture 4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445ACD49-E116-F08E-643D-09929E3A1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411" y="410223"/>
            <a:ext cx="531202" cy="742227"/>
          </a:xfrm>
          <a:prstGeom prst="rect">
            <a:avLst/>
          </a:prstGeom>
        </p:spPr>
      </p:pic>
      <p:pic>
        <p:nvPicPr>
          <p:cNvPr id="18" name="Picture 17" descr="A red and white poker chip&#10;&#10;AI-generated content may be incorrect.">
            <a:extLst>
              <a:ext uri="{FF2B5EF4-FFF2-40B4-BE49-F238E27FC236}">
                <a16:creationId xmlns:a16="http://schemas.microsoft.com/office/drawing/2014/main" id="{E09B9270-6D9B-B4B7-12F5-30DEF89928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3128377" y="5127510"/>
            <a:ext cx="578943" cy="577016"/>
          </a:xfrm>
          <a:prstGeom prst="ellipse">
            <a:avLst/>
          </a:prstGeom>
        </p:spPr>
      </p:pic>
      <p:pic>
        <p:nvPicPr>
          <p:cNvPr id="20" name="Picture 19" descr="A red and white poker chip&#10;&#10;AI-generated content may be incorrect.">
            <a:extLst>
              <a:ext uri="{FF2B5EF4-FFF2-40B4-BE49-F238E27FC236}">
                <a16:creationId xmlns:a16="http://schemas.microsoft.com/office/drawing/2014/main" id="{5C1D3070-BB0C-4915-BDE4-800E8AD07F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5108822" y="5672381"/>
            <a:ext cx="578943" cy="577016"/>
          </a:xfrm>
          <a:prstGeom prst="ellipse">
            <a:avLst/>
          </a:prstGeom>
        </p:spPr>
      </p:pic>
      <p:pic>
        <p:nvPicPr>
          <p:cNvPr id="21" name="Picture 20" descr="A red and white poker chip&#10;&#10;AI-generated content may be incorrect.">
            <a:extLst>
              <a:ext uri="{FF2B5EF4-FFF2-40B4-BE49-F238E27FC236}">
                <a16:creationId xmlns:a16="http://schemas.microsoft.com/office/drawing/2014/main" id="{A6D4F064-12DF-291E-D6F5-C6CB98BABE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1431088">
            <a:off x="7127769" y="5672382"/>
            <a:ext cx="578943" cy="577016"/>
          </a:xfrm>
          <a:prstGeom prst="ellipse">
            <a:avLst/>
          </a:prstGeom>
        </p:spPr>
      </p:pic>
      <p:pic>
        <p:nvPicPr>
          <p:cNvPr id="22" name="Picture 21" descr="A red and white poker chip&#10;&#10;AI-generated content may be incorrect.">
            <a:extLst>
              <a:ext uri="{FF2B5EF4-FFF2-40B4-BE49-F238E27FC236}">
                <a16:creationId xmlns:a16="http://schemas.microsoft.com/office/drawing/2014/main" id="{BE5DCE0F-DBD3-A6B2-C1FB-CCF0845111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57784" y="5593859"/>
            <a:ext cx="578943" cy="577016"/>
          </a:xfrm>
          <a:prstGeom prst="ellipse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9EBAD1-8356-D942-8391-8BA26D6B3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15425">
            <a:off x="3248061" y="3921803"/>
            <a:ext cx="526830" cy="8236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17BD0EC-474F-78CF-F70B-8A49A89879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945597">
            <a:off x="3567961" y="4030245"/>
            <a:ext cx="518709" cy="7851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66590B-34C9-213B-CB66-4B5043A808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07984">
            <a:off x="5050970" y="4194988"/>
            <a:ext cx="572458" cy="8807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17FE8F-09CC-A0E9-0749-405A098DB5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93982">
            <a:off x="5391313" y="4251607"/>
            <a:ext cx="610247" cy="91537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1AA7C23-BA4D-A293-D20B-81BE0A0969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0149" y="4408171"/>
            <a:ext cx="513440" cy="7860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2115649-5C2D-4436-2AD2-B71E7174EF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9344" y="4407125"/>
            <a:ext cx="531202" cy="79497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438DDC3-494D-5C1C-B864-2D1F11A006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181036">
            <a:off x="8557526" y="4277479"/>
            <a:ext cx="580388" cy="8847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F6F5FB7-380B-DE1A-57AB-BB337FB604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263436">
            <a:off x="8899274" y="4212273"/>
            <a:ext cx="615428" cy="942508"/>
          </a:xfrm>
          <a:prstGeom prst="rect">
            <a:avLst/>
          </a:prstGeom>
        </p:spPr>
      </p:pic>
      <p:pic>
        <p:nvPicPr>
          <p:cNvPr id="43" name="Picture 42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012E27E8-08CE-912B-C376-260AD643F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313" y="348866"/>
            <a:ext cx="663256" cy="92674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D369F03-AC4D-A62B-A01F-D18ED70D57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77911">
            <a:off x="3820109" y="4081234"/>
            <a:ext cx="561947" cy="86060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2F38480-8543-3FB7-73F8-90E46AD62F6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491473">
            <a:off x="5636779" y="4313323"/>
            <a:ext cx="596663" cy="90116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9BEF799-ED43-72F8-EC02-C6E6C2A31DAA}"/>
              </a:ext>
            </a:extLst>
          </p:cNvPr>
          <p:cNvSpPr txBox="1"/>
          <p:nvPr/>
        </p:nvSpPr>
        <p:spPr>
          <a:xfrm>
            <a:off x="4734867" y="2530621"/>
            <a:ext cx="526209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START OF ANIMATION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9251C9C-7521-9BC4-3BBA-2C6127A743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3588" y="292582"/>
            <a:ext cx="663255" cy="100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3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7" grpId="0" animBg="1"/>
      <p:bldP spid="19" grpId="0" animBg="1"/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90E407-A6F9-B466-39F0-4FB50BFD378E}"/>
              </a:ext>
            </a:extLst>
          </p:cNvPr>
          <p:cNvSpPr txBox="1"/>
          <p:nvPr/>
        </p:nvSpPr>
        <p:spPr>
          <a:xfrm rot="21214893">
            <a:off x="8939040" y="69077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2D64B-97C3-DD05-3B3E-D10D101C4286}"/>
              </a:ext>
            </a:extLst>
          </p:cNvPr>
          <p:cNvSpPr txBox="1"/>
          <p:nvPr/>
        </p:nvSpPr>
        <p:spPr>
          <a:xfrm rot="505186">
            <a:off x="4676774" y="69958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E9907-F49A-19BD-D4DC-F4EA333A19C5}"/>
              </a:ext>
            </a:extLst>
          </p:cNvPr>
          <p:cNvSpPr txBox="1"/>
          <p:nvPr/>
        </p:nvSpPr>
        <p:spPr>
          <a:xfrm>
            <a:off x="6569391" y="7012580"/>
            <a:ext cx="1491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(You)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F85E6-70A2-3315-D1E8-F90D9DEA7618}"/>
              </a:ext>
            </a:extLst>
          </p:cNvPr>
          <p:cNvSpPr txBox="1"/>
          <p:nvPr/>
        </p:nvSpPr>
        <p:spPr>
          <a:xfrm rot="948362">
            <a:off x="2512695" y="653701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03E47-5262-9844-C3D4-F408F2D1230E}"/>
              </a:ext>
            </a:extLst>
          </p:cNvPr>
          <p:cNvSpPr txBox="1"/>
          <p:nvPr/>
        </p:nvSpPr>
        <p:spPr>
          <a:xfrm>
            <a:off x="9692977" y="7207250"/>
            <a:ext cx="40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Player 4 hits and draws a 9, obtaining a blackjack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14A94-ED5F-E66D-C904-1EBB961BE18B}"/>
              </a:ext>
            </a:extLst>
          </p:cNvPr>
          <p:cNvSpPr txBox="1"/>
          <p:nvPr/>
        </p:nvSpPr>
        <p:spPr>
          <a:xfrm>
            <a:off x="8009432" y="338905"/>
            <a:ext cx="409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Dealer flips over the face-down card and reveals an ace, giving a value of 17 and forcing them to stand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B98B6-A49A-9051-BF11-3D292F76C854}"/>
              </a:ext>
            </a:extLst>
          </p:cNvPr>
          <p:cNvSpPr txBox="1"/>
          <p:nvPr/>
        </p:nvSpPr>
        <p:spPr>
          <a:xfrm>
            <a:off x="2198233" y="3046649"/>
            <a:ext cx="40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Player 2, with a total value of 19, receives a payout equal to their bet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68B48-03BB-02EB-F8B4-02A12D62F196}"/>
              </a:ext>
            </a:extLst>
          </p:cNvPr>
          <p:cNvSpPr txBox="1"/>
          <p:nvPr/>
        </p:nvSpPr>
        <p:spPr>
          <a:xfrm>
            <a:off x="6569391" y="3328229"/>
            <a:ext cx="2970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The user, with a total value of 11, loses their bet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E42CE-C705-9329-566B-EC2C0D40A82C}"/>
              </a:ext>
            </a:extLst>
          </p:cNvPr>
          <p:cNvSpPr txBox="1"/>
          <p:nvPr/>
        </p:nvSpPr>
        <p:spPr>
          <a:xfrm>
            <a:off x="9668873" y="3746360"/>
            <a:ext cx="2970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Player 4, with a blackjack, receives a payout equal to their bet</a:t>
            </a:r>
          </a:p>
        </p:txBody>
      </p:sp>
      <p:pic>
        <p:nvPicPr>
          <p:cNvPr id="12" name="Picture 11" descr="A red and white poker chip&#10;&#10;AI-generated content may be incorrect.">
            <a:extLst>
              <a:ext uri="{FF2B5EF4-FFF2-40B4-BE49-F238E27FC236}">
                <a16:creationId xmlns:a16="http://schemas.microsoft.com/office/drawing/2014/main" id="{7BEB18F4-0600-9BDA-8777-117AA2FBA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5076627" y="5676379"/>
            <a:ext cx="578943" cy="577016"/>
          </a:xfrm>
          <a:prstGeom prst="ellipse">
            <a:avLst/>
          </a:prstGeom>
        </p:spPr>
      </p:pic>
      <p:pic>
        <p:nvPicPr>
          <p:cNvPr id="13" name="Picture 12" descr="A red and white poker chip&#10;&#10;AI-generated content may be incorrect.">
            <a:extLst>
              <a:ext uri="{FF2B5EF4-FFF2-40B4-BE49-F238E27FC236}">
                <a16:creationId xmlns:a16="http://schemas.microsoft.com/office/drawing/2014/main" id="{E29B7232-8AEF-A28A-7630-5BEC2BDAF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1431088">
            <a:off x="7095574" y="5676380"/>
            <a:ext cx="578943" cy="577016"/>
          </a:xfrm>
          <a:prstGeom prst="ellipse">
            <a:avLst/>
          </a:prstGeom>
        </p:spPr>
      </p:pic>
      <p:pic>
        <p:nvPicPr>
          <p:cNvPr id="14" name="Picture 13" descr="A red and white poker chip&#10;&#10;AI-generated content may be incorrect.">
            <a:extLst>
              <a:ext uri="{FF2B5EF4-FFF2-40B4-BE49-F238E27FC236}">
                <a16:creationId xmlns:a16="http://schemas.microsoft.com/office/drawing/2014/main" id="{18E7DBF8-444B-7860-CD8C-2ACE492A5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25589" y="5597857"/>
            <a:ext cx="578943" cy="577016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6450BA-5470-38EC-2C36-BBAF1A368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15425">
            <a:off x="3248061" y="3921803"/>
            <a:ext cx="526830" cy="8236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57EA55-CE3D-A50F-8FEF-C4B9D935D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45597">
            <a:off x="3567961" y="4030245"/>
            <a:ext cx="518709" cy="7851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3801CB-965A-D5A7-BE9A-8403CAEA86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7984">
            <a:off x="5050970" y="4194988"/>
            <a:ext cx="572458" cy="8807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F43B33-BCBD-D305-CE88-281C636ED9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93982">
            <a:off x="5391313" y="4251607"/>
            <a:ext cx="610247" cy="9153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FC21EB-7FC0-1006-2947-6F347E1D15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0149" y="4408171"/>
            <a:ext cx="513440" cy="7860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4507A6-B0E9-7B70-B898-72673992CB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9344" y="4407125"/>
            <a:ext cx="531202" cy="7949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856A2E-833D-393D-BDA8-B190EF5599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181036">
            <a:off x="8557526" y="4277479"/>
            <a:ext cx="580388" cy="8847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1AE2D7-0DF7-0566-50C5-942A1B9933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263436">
            <a:off x="8899274" y="4212273"/>
            <a:ext cx="615428" cy="9425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0C58563-1949-778E-B09B-3DFACBEDEE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877911">
            <a:off x="3820109" y="4081234"/>
            <a:ext cx="561947" cy="8606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F5FD5A-DD49-41BA-9D94-59019415E8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91473">
            <a:off x="5636779" y="4313323"/>
            <a:ext cx="596663" cy="901167"/>
          </a:xfrm>
          <a:prstGeom prst="rect">
            <a:avLst/>
          </a:prstGeom>
        </p:spPr>
      </p:pic>
      <p:pic>
        <p:nvPicPr>
          <p:cNvPr id="26" name="Picture 25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14B064AF-58DE-ECB8-CA53-17220F1715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192" y="287977"/>
            <a:ext cx="663256" cy="9267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0C97C19-E1F0-6205-4450-EC9AD9C2B3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4423" y="261451"/>
            <a:ext cx="647829" cy="1000784"/>
          </a:xfrm>
          <a:prstGeom prst="rect">
            <a:avLst/>
          </a:prstGeom>
        </p:spPr>
      </p:pic>
      <p:pic>
        <p:nvPicPr>
          <p:cNvPr id="31" name="Picture 30" descr="A red and white poker chip&#10;&#10;AI-generated content may be incorrect.">
            <a:extLst>
              <a:ext uri="{FF2B5EF4-FFF2-40B4-BE49-F238E27FC236}">
                <a16:creationId xmlns:a16="http://schemas.microsoft.com/office/drawing/2014/main" id="{86C012F9-15A3-2FA7-6724-6DBDA1982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4995232" y="6296009"/>
            <a:ext cx="578943" cy="577016"/>
          </a:xfrm>
          <a:prstGeom prst="ellipse">
            <a:avLst/>
          </a:prstGeom>
        </p:spPr>
      </p:pic>
      <p:pic>
        <p:nvPicPr>
          <p:cNvPr id="32" name="Picture 31" descr="A red and white poker chip&#10;&#10;AI-generated content may be incorrect.">
            <a:extLst>
              <a:ext uri="{FF2B5EF4-FFF2-40B4-BE49-F238E27FC236}">
                <a16:creationId xmlns:a16="http://schemas.microsoft.com/office/drawing/2014/main" id="{ABA5E0E1-61BE-5D59-6A5E-DEF60EDAD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64287" y="6195778"/>
            <a:ext cx="578943" cy="577016"/>
          </a:xfrm>
          <a:prstGeom prst="ellipse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D18E653-2B0F-0D22-1FCF-DC46FD4A39D2}"/>
              </a:ext>
            </a:extLst>
          </p:cNvPr>
          <p:cNvSpPr txBox="1"/>
          <p:nvPr/>
        </p:nvSpPr>
        <p:spPr>
          <a:xfrm>
            <a:off x="4795520" y="2578060"/>
            <a:ext cx="526209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IF THE USER STANDS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004F5DF-C59D-BFA7-DB35-632CFBE15E7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181894">
            <a:off x="9135514" y="4166702"/>
            <a:ext cx="620287" cy="96296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BF6DE96-225C-F833-D9FD-734C9F8189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5049" y="250475"/>
            <a:ext cx="663255" cy="100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A865CD-4B15-4882-0F5B-F9A1461CFE9E}"/>
              </a:ext>
            </a:extLst>
          </p:cNvPr>
          <p:cNvSpPr txBox="1"/>
          <p:nvPr/>
        </p:nvSpPr>
        <p:spPr>
          <a:xfrm rot="21214893">
            <a:off x="8939040" y="69077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2DF36-23FD-C075-163F-DE897B85ECF7}"/>
              </a:ext>
            </a:extLst>
          </p:cNvPr>
          <p:cNvSpPr txBox="1"/>
          <p:nvPr/>
        </p:nvSpPr>
        <p:spPr>
          <a:xfrm rot="505186">
            <a:off x="4676774" y="69958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0CAA2-AC99-58A8-B4A2-F3E63031CB46}"/>
              </a:ext>
            </a:extLst>
          </p:cNvPr>
          <p:cNvSpPr txBox="1"/>
          <p:nvPr/>
        </p:nvSpPr>
        <p:spPr>
          <a:xfrm>
            <a:off x="6569391" y="7012580"/>
            <a:ext cx="1491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(You)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28505-4CB1-5C4B-3A04-251B5675AE49}"/>
              </a:ext>
            </a:extLst>
          </p:cNvPr>
          <p:cNvSpPr txBox="1"/>
          <p:nvPr/>
        </p:nvSpPr>
        <p:spPr>
          <a:xfrm rot="948362">
            <a:off x="2512695" y="653701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968B729-2060-4FDB-E138-362E1F2AD354}"/>
              </a:ext>
            </a:extLst>
          </p:cNvPr>
          <p:cNvSpPr/>
          <p:nvPr/>
        </p:nvSpPr>
        <p:spPr>
          <a:xfrm>
            <a:off x="476250" y="6953525"/>
            <a:ext cx="1348740" cy="7309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343B4-CC08-A1D1-A44C-C59143827D69}"/>
              </a:ext>
            </a:extLst>
          </p:cNvPr>
          <p:cNvSpPr txBox="1"/>
          <p:nvPr/>
        </p:nvSpPr>
        <p:spPr>
          <a:xfrm>
            <a:off x="5856977" y="3396959"/>
            <a:ext cx="3115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The user hits and draws a 9, obtaining a value of 20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CBEF2271-DA56-79CD-4071-7E14E1EAEB84}"/>
              </a:ext>
            </a:extLst>
          </p:cNvPr>
          <p:cNvSpPr/>
          <p:nvPr/>
        </p:nvSpPr>
        <p:spPr>
          <a:xfrm>
            <a:off x="12378690" y="6553751"/>
            <a:ext cx="1348740" cy="730969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BA2770-1E75-3F78-543A-4F34C9E36414}"/>
              </a:ext>
            </a:extLst>
          </p:cNvPr>
          <p:cNvSpPr txBox="1"/>
          <p:nvPr/>
        </p:nvSpPr>
        <p:spPr>
          <a:xfrm>
            <a:off x="8061007" y="7437557"/>
            <a:ext cx="255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The user is given the option to stand or hit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D23BE-4587-8142-6B23-00B490C4F7A2}"/>
              </a:ext>
            </a:extLst>
          </p:cNvPr>
          <p:cNvSpPr txBox="1"/>
          <p:nvPr/>
        </p:nvSpPr>
        <p:spPr>
          <a:xfrm>
            <a:off x="4795520" y="2578060"/>
            <a:ext cx="526209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IF THE USER HITS</a:t>
            </a:r>
          </a:p>
        </p:txBody>
      </p:sp>
      <p:pic>
        <p:nvPicPr>
          <p:cNvPr id="12" name="Picture 11" descr="A red and white poker chip&#10;&#10;AI-generated content may be incorrect.">
            <a:extLst>
              <a:ext uri="{FF2B5EF4-FFF2-40B4-BE49-F238E27FC236}">
                <a16:creationId xmlns:a16="http://schemas.microsoft.com/office/drawing/2014/main" id="{857757BB-EF73-BAE1-197B-0CE42274FD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5108822" y="5672381"/>
            <a:ext cx="578943" cy="577016"/>
          </a:xfrm>
          <a:prstGeom prst="ellipse">
            <a:avLst/>
          </a:prstGeom>
        </p:spPr>
      </p:pic>
      <p:pic>
        <p:nvPicPr>
          <p:cNvPr id="13" name="Picture 12" descr="A red and white poker chip&#10;&#10;AI-generated content may be incorrect.">
            <a:extLst>
              <a:ext uri="{FF2B5EF4-FFF2-40B4-BE49-F238E27FC236}">
                <a16:creationId xmlns:a16="http://schemas.microsoft.com/office/drawing/2014/main" id="{0EB898EA-59C8-D663-E1F1-23D5A5D72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1431088">
            <a:off x="7127769" y="5672382"/>
            <a:ext cx="578943" cy="577016"/>
          </a:xfrm>
          <a:prstGeom prst="ellipse">
            <a:avLst/>
          </a:prstGeom>
        </p:spPr>
      </p:pic>
      <p:pic>
        <p:nvPicPr>
          <p:cNvPr id="14" name="Picture 13" descr="A red and white poker chip&#10;&#10;AI-generated content may be incorrect.">
            <a:extLst>
              <a:ext uri="{FF2B5EF4-FFF2-40B4-BE49-F238E27FC236}">
                <a16:creationId xmlns:a16="http://schemas.microsoft.com/office/drawing/2014/main" id="{D7BF4B9C-5183-8A2D-0D4D-2E676C5E2A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57784" y="5593859"/>
            <a:ext cx="578943" cy="577016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A89EEB-73BA-1107-ABB4-B3073672A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15425">
            <a:off x="3248061" y="3921803"/>
            <a:ext cx="526830" cy="8236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09D721-8FA0-0C30-5892-817ADD5BBF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45597">
            <a:off x="3567961" y="4030245"/>
            <a:ext cx="518709" cy="7851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13D854-3336-3E31-7C6A-0AE0E7B6C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7984">
            <a:off x="5050970" y="4194988"/>
            <a:ext cx="572458" cy="8807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8F4556-2FC6-BF42-1732-D0EC50599E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93982">
            <a:off x="5391313" y="4251607"/>
            <a:ext cx="610247" cy="9153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13BB15-86CC-8517-B984-A29E62E095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149" y="4408171"/>
            <a:ext cx="513440" cy="7860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ECDC7CD-7AE3-B12B-A083-CFEF7A3CDC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9344" y="4407125"/>
            <a:ext cx="531202" cy="7949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8EAC5D1-6C2F-7F05-0160-D8E218C1A5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181036">
            <a:off x="8557526" y="4277479"/>
            <a:ext cx="580388" cy="8847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1841CE9-C468-EA97-BEED-1E1F92E21C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263436">
            <a:off x="8899274" y="4212273"/>
            <a:ext cx="615428" cy="9425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10AEF1-20FB-8DF4-119D-3BF1BFE50D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877911">
            <a:off x="3820109" y="4081234"/>
            <a:ext cx="561947" cy="8606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000E63E-FA73-4380-44AE-7DF98683F6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491473">
            <a:off x="5636779" y="4313323"/>
            <a:ext cx="596663" cy="9011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9D2C197-E18F-B2B8-9335-71C80BF309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3826" y="4397176"/>
            <a:ext cx="513440" cy="797089"/>
          </a:xfrm>
          <a:prstGeom prst="rect">
            <a:avLst/>
          </a:prstGeom>
        </p:spPr>
      </p:pic>
      <p:pic>
        <p:nvPicPr>
          <p:cNvPr id="29" name="Picture 28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30E16840-039D-70A0-70C2-FFD3AE4D1F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192" y="287977"/>
            <a:ext cx="663256" cy="9267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7FFA964-535B-7E78-B7A1-16B4BC6D4BB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5049" y="250475"/>
            <a:ext cx="663255" cy="100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7" grpId="1"/>
      <p:bldP spid="9" grpId="0" animBg="1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2F210-AFD9-7243-AFFC-D7DA5B438CA3}"/>
              </a:ext>
            </a:extLst>
          </p:cNvPr>
          <p:cNvSpPr txBox="1"/>
          <p:nvPr/>
        </p:nvSpPr>
        <p:spPr>
          <a:xfrm rot="21214893">
            <a:off x="8939040" y="69077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DD2EF-7200-0603-307B-091215DF45B4}"/>
              </a:ext>
            </a:extLst>
          </p:cNvPr>
          <p:cNvSpPr txBox="1"/>
          <p:nvPr/>
        </p:nvSpPr>
        <p:spPr>
          <a:xfrm rot="505186">
            <a:off x="4676774" y="69958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6DC60-4B53-5137-C13D-B72907A2D630}"/>
              </a:ext>
            </a:extLst>
          </p:cNvPr>
          <p:cNvSpPr txBox="1"/>
          <p:nvPr/>
        </p:nvSpPr>
        <p:spPr>
          <a:xfrm>
            <a:off x="6569391" y="7012580"/>
            <a:ext cx="1491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(You)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3388B-610F-AF19-5277-62C5249076D1}"/>
              </a:ext>
            </a:extLst>
          </p:cNvPr>
          <p:cNvSpPr txBox="1"/>
          <p:nvPr/>
        </p:nvSpPr>
        <p:spPr>
          <a:xfrm rot="948362">
            <a:off x="2512695" y="653701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F32F6-3597-3C64-EEBD-5FBAC1B4340D}"/>
              </a:ext>
            </a:extLst>
          </p:cNvPr>
          <p:cNvSpPr txBox="1"/>
          <p:nvPr/>
        </p:nvSpPr>
        <p:spPr>
          <a:xfrm>
            <a:off x="9782576" y="3889464"/>
            <a:ext cx="3261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Player 4 hits, draws a King and busts, losing their bet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F516E-BF56-EB64-2D8D-13BCFE48FC3C}"/>
              </a:ext>
            </a:extLst>
          </p:cNvPr>
          <p:cNvSpPr txBox="1"/>
          <p:nvPr/>
        </p:nvSpPr>
        <p:spPr>
          <a:xfrm>
            <a:off x="8009432" y="338905"/>
            <a:ext cx="409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Dealer flips over the face-down card and reveals an ace, giving a value of 17 and forcing them to stand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913D7-639A-4B23-BCC1-F5A70569204F}"/>
              </a:ext>
            </a:extLst>
          </p:cNvPr>
          <p:cNvSpPr txBox="1"/>
          <p:nvPr/>
        </p:nvSpPr>
        <p:spPr>
          <a:xfrm>
            <a:off x="1232553" y="3186060"/>
            <a:ext cx="40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Player 2, with a total value of 19, receives a payout equal to their bet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FA0180-6C83-18B8-B862-9B2273BEB520}"/>
              </a:ext>
            </a:extLst>
          </p:cNvPr>
          <p:cNvSpPr txBox="1"/>
          <p:nvPr/>
        </p:nvSpPr>
        <p:spPr>
          <a:xfrm>
            <a:off x="5669207" y="3418394"/>
            <a:ext cx="40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The user, with a total value of 20, receives a payout equal to their bet</a:t>
            </a:r>
          </a:p>
        </p:txBody>
      </p:sp>
      <p:pic>
        <p:nvPicPr>
          <p:cNvPr id="11" name="Picture 10" descr="A red and white poker chip&#10;&#10;AI-generated content may be incorrect.">
            <a:extLst>
              <a:ext uri="{FF2B5EF4-FFF2-40B4-BE49-F238E27FC236}">
                <a16:creationId xmlns:a16="http://schemas.microsoft.com/office/drawing/2014/main" id="{D56F2B87-3E8B-5F8D-77B8-491F6FDCC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5108822" y="5672381"/>
            <a:ext cx="578943" cy="577016"/>
          </a:xfrm>
          <a:prstGeom prst="ellipse">
            <a:avLst/>
          </a:prstGeom>
        </p:spPr>
      </p:pic>
      <p:pic>
        <p:nvPicPr>
          <p:cNvPr id="12" name="Picture 11" descr="A red and white poker chip&#10;&#10;AI-generated content may be incorrect.">
            <a:extLst>
              <a:ext uri="{FF2B5EF4-FFF2-40B4-BE49-F238E27FC236}">
                <a16:creationId xmlns:a16="http://schemas.microsoft.com/office/drawing/2014/main" id="{D9C9C9A8-BCA3-797A-E1D1-3C9D2B698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1431088">
            <a:off x="7127769" y="5672382"/>
            <a:ext cx="578943" cy="577016"/>
          </a:xfrm>
          <a:prstGeom prst="ellipse">
            <a:avLst/>
          </a:prstGeom>
        </p:spPr>
      </p:pic>
      <p:pic>
        <p:nvPicPr>
          <p:cNvPr id="13" name="Picture 12" descr="A red and white poker chip&#10;&#10;AI-generated content may be incorrect.">
            <a:extLst>
              <a:ext uri="{FF2B5EF4-FFF2-40B4-BE49-F238E27FC236}">
                <a16:creationId xmlns:a16="http://schemas.microsoft.com/office/drawing/2014/main" id="{32D22331-C104-09AC-F706-2619A3A60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57784" y="5593859"/>
            <a:ext cx="578943" cy="577016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6BB776-74F7-2DC7-41C8-585E4B2EE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15425">
            <a:off x="3248061" y="3921803"/>
            <a:ext cx="526830" cy="8236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74C3E9-7D98-F754-BE82-7BB355367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45597">
            <a:off x="3567961" y="4030245"/>
            <a:ext cx="518709" cy="785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4DE49F-B7B0-A2CA-5711-EA342AAA9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7984">
            <a:off x="5050970" y="4194988"/>
            <a:ext cx="572458" cy="8807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A7631E-8D64-24CB-5E05-817796D493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93982">
            <a:off x="5391313" y="4251607"/>
            <a:ext cx="610247" cy="9153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989369-CB0C-5C8E-29EA-D545B20222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0149" y="4408171"/>
            <a:ext cx="513440" cy="7860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6F2FB4-AED2-3FF3-0E15-434FCEC583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9344" y="4407125"/>
            <a:ext cx="531202" cy="7949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325FD1-1CB7-C62A-DC05-F3EA729506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181036">
            <a:off x="8557526" y="4277479"/>
            <a:ext cx="580388" cy="884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F0B692-F773-3402-F4F7-402C3601C9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263436">
            <a:off x="8899274" y="4212273"/>
            <a:ext cx="615428" cy="9425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F42B33-4526-C14F-FD2E-4B27A3F2C5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877911">
            <a:off x="3820109" y="4081234"/>
            <a:ext cx="561947" cy="8606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C23E423-2FE0-98E3-C3F7-64F28B1325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91473">
            <a:off x="5636779" y="4313323"/>
            <a:ext cx="596663" cy="901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4BD358-6A6D-2665-3CE9-18D1C7BFDF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272813">
            <a:off x="9120527" y="4209153"/>
            <a:ext cx="592444" cy="9238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473055C-7F0F-DF38-C8BF-2AE4C0AC77C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3826" y="4397176"/>
            <a:ext cx="513440" cy="79708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4A9A69D-9C41-19CF-0A0E-4E89961F8E8D}"/>
              </a:ext>
            </a:extLst>
          </p:cNvPr>
          <p:cNvSpPr txBox="1"/>
          <p:nvPr/>
        </p:nvSpPr>
        <p:spPr>
          <a:xfrm>
            <a:off x="3150349" y="2668491"/>
            <a:ext cx="781304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IF THE USER HITS, THEN STANDS</a:t>
            </a:r>
          </a:p>
        </p:txBody>
      </p:sp>
      <p:pic>
        <p:nvPicPr>
          <p:cNvPr id="30" name="Picture 29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82E7AED1-4D24-7F83-9B6A-161CB9884F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192" y="287977"/>
            <a:ext cx="663256" cy="9267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114A22D-ABF2-6237-410E-D8EFA0F154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64423" y="261451"/>
            <a:ext cx="647829" cy="10007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F396335-386F-6058-6062-4EC624FFDE0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5049" y="250475"/>
            <a:ext cx="663255" cy="1001743"/>
          </a:xfrm>
          <a:prstGeom prst="rect">
            <a:avLst/>
          </a:prstGeom>
        </p:spPr>
      </p:pic>
      <p:pic>
        <p:nvPicPr>
          <p:cNvPr id="33" name="Picture 32" descr="A red and white poker chip&#10;&#10;AI-generated content may be incorrect.">
            <a:extLst>
              <a:ext uri="{FF2B5EF4-FFF2-40B4-BE49-F238E27FC236}">
                <a16:creationId xmlns:a16="http://schemas.microsoft.com/office/drawing/2014/main" id="{D7DE6AB3-E2E8-75A4-ABD2-F93361C87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4995232" y="6296009"/>
            <a:ext cx="578943" cy="577016"/>
          </a:xfrm>
          <a:prstGeom prst="ellipse">
            <a:avLst/>
          </a:prstGeom>
        </p:spPr>
      </p:pic>
      <p:pic>
        <p:nvPicPr>
          <p:cNvPr id="34" name="Picture 33" descr="A red and white poker chip&#10;&#10;AI-generated content may be incorrect.">
            <a:extLst>
              <a:ext uri="{FF2B5EF4-FFF2-40B4-BE49-F238E27FC236}">
                <a16:creationId xmlns:a16="http://schemas.microsoft.com/office/drawing/2014/main" id="{32936D8A-66C0-4D39-F3F3-81B8D14D0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1431088">
            <a:off x="7065732" y="6333653"/>
            <a:ext cx="578943" cy="57701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5414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  <p:bldP spid="9" grpId="0"/>
      <p:bldP spid="9" grpId="1"/>
      <p:bldP spid="10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0C014F-41F0-F57B-7303-BEF18E78D380}"/>
              </a:ext>
            </a:extLst>
          </p:cNvPr>
          <p:cNvSpPr txBox="1"/>
          <p:nvPr/>
        </p:nvSpPr>
        <p:spPr>
          <a:xfrm rot="21214893">
            <a:off x="8939040" y="69077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6272C-355D-8A62-345C-716A1792FF85}"/>
              </a:ext>
            </a:extLst>
          </p:cNvPr>
          <p:cNvSpPr txBox="1"/>
          <p:nvPr/>
        </p:nvSpPr>
        <p:spPr>
          <a:xfrm rot="505186">
            <a:off x="4676774" y="69958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E3E66-6596-4555-D5F4-CAAEF3F039C0}"/>
              </a:ext>
            </a:extLst>
          </p:cNvPr>
          <p:cNvSpPr txBox="1"/>
          <p:nvPr/>
        </p:nvSpPr>
        <p:spPr>
          <a:xfrm>
            <a:off x="6569391" y="7012580"/>
            <a:ext cx="1491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3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(You)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4F0C2-6DFA-4622-A614-0C92B6EE1744}"/>
              </a:ext>
            </a:extLst>
          </p:cNvPr>
          <p:cNvSpPr txBox="1"/>
          <p:nvPr/>
        </p:nvSpPr>
        <p:spPr>
          <a:xfrm rot="948362">
            <a:off x="2512695" y="653701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BDFB8-1225-7D99-7E4E-539997FD8263}"/>
              </a:ext>
            </a:extLst>
          </p:cNvPr>
          <p:cNvSpPr txBox="1"/>
          <p:nvPr/>
        </p:nvSpPr>
        <p:spPr>
          <a:xfrm>
            <a:off x="6024290" y="3464013"/>
            <a:ext cx="2698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The user draws a King and busts with a value of 30, losing their bet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3EB68-8FA4-9AF6-52E3-FEDEF3370F1A}"/>
              </a:ext>
            </a:extLst>
          </p:cNvPr>
          <p:cNvSpPr txBox="1"/>
          <p:nvPr/>
        </p:nvSpPr>
        <p:spPr>
          <a:xfrm>
            <a:off x="9730895" y="4054693"/>
            <a:ext cx="3261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Player 4 draws a 6 and stands with a value of 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01E91-1541-8DB5-ADC8-F4305DEF0FE1}"/>
              </a:ext>
            </a:extLst>
          </p:cNvPr>
          <p:cNvSpPr txBox="1"/>
          <p:nvPr/>
        </p:nvSpPr>
        <p:spPr>
          <a:xfrm>
            <a:off x="8009432" y="338905"/>
            <a:ext cx="4096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Dealer flips over the face-down card and reveals an ace, giving a value of 17 and forcing them to stand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BA970-A7CD-B7AC-A9E9-BF4C5A177922}"/>
              </a:ext>
            </a:extLst>
          </p:cNvPr>
          <p:cNvSpPr txBox="1"/>
          <p:nvPr/>
        </p:nvSpPr>
        <p:spPr>
          <a:xfrm>
            <a:off x="976036" y="3328229"/>
            <a:ext cx="40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Player 2, with a total value of 19, receives a payout equal to their bet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5B33B-C7D1-F736-4547-D56F6630A21E}"/>
              </a:ext>
            </a:extLst>
          </p:cNvPr>
          <p:cNvSpPr txBox="1"/>
          <p:nvPr/>
        </p:nvSpPr>
        <p:spPr>
          <a:xfrm>
            <a:off x="10534036" y="3259697"/>
            <a:ext cx="409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Player 4, with a total value of 18, receives a payout equal to their bet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44FAF-4384-CBC1-C496-8FA5908FEBB5}"/>
              </a:ext>
            </a:extLst>
          </p:cNvPr>
          <p:cNvSpPr txBox="1"/>
          <p:nvPr/>
        </p:nvSpPr>
        <p:spPr>
          <a:xfrm>
            <a:off x="3150349" y="2668491"/>
            <a:ext cx="781304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IF THE USER HITS TWICE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0EA44D-41D4-F074-B62C-658D57745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15425">
            <a:off x="3248061" y="3921803"/>
            <a:ext cx="526830" cy="8236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909763-D4E3-5D49-CBB4-F0145D8C9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45597">
            <a:off x="3567961" y="4030245"/>
            <a:ext cx="518709" cy="7851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0F5CA-8CE0-7546-632B-7EDB55D1E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7984">
            <a:off x="5050970" y="4194988"/>
            <a:ext cx="572458" cy="8807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0D9448-DC6F-547C-6215-76AA72F06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93982">
            <a:off x="5391313" y="4251607"/>
            <a:ext cx="610247" cy="9153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51EB3D-1600-7C07-F328-40551BFFD0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149" y="4408171"/>
            <a:ext cx="513440" cy="7860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BB6600-3804-5E37-F164-609E46C834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9344" y="4407125"/>
            <a:ext cx="531202" cy="794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AF7A20-23CB-82C6-B4A9-E911B27A65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181036">
            <a:off x="8557526" y="4277479"/>
            <a:ext cx="580388" cy="8847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B1CF11-9862-8D05-40B8-DDF5C521D2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263436">
            <a:off x="8899274" y="4212273"/>
            <a:ext cx="615428" cy="9425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059AAE-E760-B6F6-8F4D-B5452D7DC5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77911">
            <a:off x="3820109" y="4081234"/>
            <a:ext cx="561947" cy="8606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16672D-0BC0-CE45-645A-771AA6F97E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91473">
            <a:off x="5636779" y="4313323"/>
            <a:ext cx="596663" cy="9011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177904-E018-D5AE-30FD-5933A3E706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3826" y="4397176"/>
            <a:ext cx="513440" cy="797089"/>
          </a:xfrm>
          <a:prstGeom prst="rect">
            <a:avLst/>
          </a:prstGeom>
        </p:spPr>
      </p:pic>
      <p:pic>
        <p:nvPicPr>
          <p:cNvPr id="23" name="Picture 22" descr="A rectangular blue and white rectangular pattern&#10;&#10;AI-generated content may be incorrect.">
            <a:extLst>
              <a:ext uri="{FF2B5EF4-FFF2-40B4-BE49-F238E27FC236}">
                <a16:creationId xmlns:a16="http://schemas.microsoft.com/office/drawing/2014/main" id="{7361DFDB-A377-972A-ECAE-6571344696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192" y="287977"/>
            <a:ext cx="663256" cy="9267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7438D0-FFDB-F65C-AA8F-3937CD15895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4423" y="261451"/>
            <a:ext cx="647829" cy="10007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5920772-6ED3-5F27-6F51-BDEC510557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5049" y="250475"/>
            <a:ext cx="663255" cy="10017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430898-1FEE-9E87-63F8-4AA5E567250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8337" y="4410816"/>
            <a:ext cx="489706" cy="763667"/>
          </a:xfrm>
          <a:prstGeom prst="rect">
            <a:avLst/>
          </a:prstGeom>
        </p:spPr>
      </p:pic>
      <p:pic>
        <p:nvPicPr>
          <p:cNvPr id="27" name="Picture 26" descr="A red and white poker chip&#10;&#10;AI-generated content may be incorrect.">
            <a:extLst>
              <a:ext uri="{FF2B5EF4-FFF2-40B4-BE49-F238E27FC236}">
                <a16:creationId xmlns:a16="http://schemas.microsoft.com/office/drawing/2014/main" id="{8236C2E8-C091-981F-A35A-8032A6B461C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5108822" y="5672381"/>
            <a:ext cx="578943" cy="577016"/>
          </a:xfrm>
          <a:prstGeom prst="ellipse">
            <a:avLst/>
          </a:prstGeom>
        </p:spPr>
      </p:pic>
      <p:pic>
        <p:nvPicPr>
          <p:cNvPr id="28" name="Picture 27" descr="A red and white poker chip&#10;&#10;AI-generated content may be incorrect.">
            <a:extLst>
              <a:ext uri="{FF2B5EF4-FFF2-40B4-BE49-F238E27FC236}">
                <a16:creationId xmlns:a16="http://schemas.microsoft.com/office/drawing/2014/main" id="{96969E13-D5FE-FF16-5D3D-4F2DBD7589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1431088">
            <a:off x="7127769" y="5672382"/>
            <a:ext cx="578943" cy="577016"/>
          </a:xfrm>
          <a:prstGeom prst="ellipse">
            <a:avLst/>
          </a:prstGeom>
        </p:spPr>
      </p:pic>
      <p:pic>
        <p:nvPicPr>
          <p:cNvPr id="29" name="Picture 28" descr="A red and white poker chip&#10;&#10;AI-generated content may be incorrect.">
            <a:extLst>
              <a:ext uri="{FF2B5EF4-FFF2-40B4-BE49-F238E27FC236}">
                <a16:creationId xmlns:a16="http://schemas.microsoft.com/office/drawing/2014/main" id="{FF7141AE-5AFB-5DF0-E896-3C04195FC7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57784" y="5593859"/>
            <a:ext cx="578943" cy="577016"/>
          </a:xfrm>
          <a:prstGeom prst="ellipse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82A79BE-5576-E63E-D7DC-0FF737720D1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237988">
            <a:off x="9185569" y="4201418"/>
            <a:ext cx="592792" cy="911988"/>
          </a:xfrm>
          <a:prstGeom prst="rect">
            <a:avLst/>
          </a:prstGeom>
        </p:spPr>
      </p:pic>
      <p:pic>
        <p:nvPicPr>
          <p:cNvPr id="32" name="Picture 31" descr="A red and white poker chip&#10;&#10;AI-generated content may be incorrect.">
            <a:extLst>
              <a:ext uri="{FF2B5EF4-FFF2-40B4-BE49-F238E27FC236}">
                <a16:creationId xmlns:a16="http://schemas.microsoft.com/office/drawing/2014/main" id="{A2EFB1A1-9B57-BDCB-86E4-68DDF70C2D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760974">
            <a:off x="4995232" y="6296009"/>
            <a:ext cx="578943" cy="577016"/>
          </a:xfrm>
          <a:prstGeom prst="ellipse">
            <a:avLst/>
          </a:prstGeom>
        </p:spPr>
      </p:pic>
      <p:pic>
        <p:nvPicPr>
          <p:cNvPr id="33" name="Picture 32" descr="A red and white poker chip&#10;&#10;AI-generated content may be incorrect.">
            <a:extLst>
              <a:ext uri="{FF2B5EF4-FFF2-40B4-BE49-F238E27FC236}">
                <a16:creationId xmlns:a16="http://schemas.microsoft.com/office/drawing/2014/main" id="{A8B1725E-FE5D-B487-A84A-0D0A530E31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5001" r="4850" b="5150"/>
          <a:stretch/>
        </p:blipFill>
        <p:spPr>
          <a:xfrm rot="20707865">
            <a:off x="9064287" y="6195778"/>
            <a:ext cx="578943" cy="57701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9475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</TotalTime>
  <Words>865</Words>
  <Application>Microsoft Office PowerPoint</Application>
  <PresentationFormat>Custom</PresentationFormat>
  <Paragraphs>115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Ngui</dc:creator>
  <cp:lastModifiedBy>Joshua Ngui</cp:lastModifiedBy>
  <cp:revision>1</cp:revision>
  <dcterms:created xsi:type="dcterms:W3CDTF">2025-02-26T17:29:29Z</dcterms:created>
  <dcterms:modified xsi:type="dcterms:W3CDTF">2025-03-01T10:02:03Z</dcterms:modified>
</cp:coreProperties>
</file>