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"/>
  </p:notesMasterIdLst>
  <p:sldIdLst>
    <p:sldId id="256" r:id="rId2"/>
    <p:sldId id="257" r:id="rId3"/>
    <p:sldId id="258" r:id="rId4"/>
  </p:sldIdLst>
  <p:sldSz cx="146304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03D79162-8949-42E8-B92B-5B8E305A4961}">
          <p14:sldIdLst>
            <p14:sldId id="256"/>
          </p14:sldIdLst>
        </p14:section>
        <p14:section name="Stand" id="{E4633FE8-84B8-4C1C-994C-97EE60ABEE2B}">
          <p14:sldIdLst>
            <p14:sldId id="257"/>
          </p14:sldIdLst>
        </p14:section>
        <p14:section name="Hit" id="{FB43DF78-1799-4143-9C9E-64219E74DA77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FCC207D-B9BD-4721-B143-34F9122DEF8F}" v="706" dt="2025-03-02T18:16:38.7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78034" autoAdjust="0"/>
  </p:normalViewPr>
  <p:slideViewPr>
    <p:cSldViewPr snapToGrid="0">
      <p:cViewPr varScale="1">
        <p:scale>
          <a:sx n="55" d="100"/>
          <a:sy n="55" d="100"/>
        </p:scale>
        <p:origin x="686" y="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shua Ngui" userId="a6167923-c110-409b-bad0-723368df3cb1" providerId="ADAL" clId="{9FCC207D-B9BD-4721-B143-34F9122DEF8F}"/>
    <pc:docChg chg="undo custSel addSld delSld modSld modMainMaster addSection delSection modSection">
      <pc:chgData name="Joshua Ngui" userId="a6167923-c110-409b-bad0-723368df3cb1" providerId="ADAL" clId="{9FCC207D-B9BD-4721-B143-34F9122DEF8F}" dt="2025-03-02T18:19:20.214" v="2196" actId="113"/>
      <pc:docMkLst>
        <pc:docMk/>
      </pc:docMkLst>
      <pc:sldChg chg="addSp delSp modSp mod setBg delAnim modAnim modNotesTx">
        <pc:chgData name="Joshua Ngui" userId="a6167923-c110-409b-bad0-723368df3cb1" providerId="ADAL" clId="{9FCC207D-B9BD-4721-B143-34F9122DEF8F}" dt="2025-03-01T09:48:48.897" v="1660"/>
        <pc:sldMkLst>
          <pc:docMk/>
          <pc:sldMk cId="2805030926" sldId="256"/>
        </pc:sldMkLst>
        <pc:spChg chg="add mod">
          <ac:chgData name="Joshua Ngui" userId="a6167923-c110-409b-bad0-723368df3cb1" providerId="ADAL" clId="{9FCC207D-B9BD-4721-B143-34F9122DEF8F}" dt="2025-03-01T08:03:42.481" v="1190"/>
          <ac:spMkLst>
            <pc:docMk/>
            <pc:sldMk cId="2805030926" sldId="256"/>
            <ac:spMk id="4" creationId="{C14D268E-1433-E6A5-2A31-A0B5FA2ADDB4}"/>
          </ac:spMkLst>
        </pc:spChg>
        <pc:spChg chg="add mod">
          <ac:chgData name="Joshua Ngui" userId="a6167923-c110-409b-bad0-723368df3cb1" providerId="ADAL" clId="{9FCC207D-B9BD-4721-B143-34F9122DEF8F}" dt="2025-02-26T17:48:18.825" v="259" actId="1076"/>
          <ac:spMkLst>
            <pc:docMk/>
            <pc:sldMk cId="2805030926" sldId="256"/>
            <ac:spMk id="6" creationId="{063B4A62-5E46-CDAE-8823-377D9C1E64D3}"/>
          </ac:spMkLst>
        </pc:spChg>
        <pc:spChg chg="add mod">
          <ac:chgData name="Joshua Ngui" userId="a6167923-c110-409b-bad0-723368df3cb1" providerId="ADAL" clId="{9FCC207D-B9BD-4721-B143-34F9122DEF8F}" dt="2025-02-26T17:44:44.325" v="117" actId="1076"/>
          <ac:spMkLst>
            <pc:docMk/>
            <pc:sldMk cId="2805030926" sldId="256"/>
            <ac:spMk id="7" creationId="{87448F2F-B835-E7FF-C683-5575CFF53A45}"/>
          </ac:spMkLst>
        </pc:spChg>
        <pc:spChg chg="add mod">
          <ac:chgData name="Joshua Ngui" userId="a6167923-c110-409b-bad0-723368df3cb1" providerId="ADAL" clId="{9FCC207D-B9BD-4721-B143-34F9122DEF8F}" dt="2025-02-26T17:49:29.719" v="270" actId="1076"/>
          <ac:spMkLst>
            <pc:docMk/>
            <pc:sldMk cId="2805030926" sldId="256"/>
            <ac:spMk id="8" creationId="{9A19F7BC-A15F-FF0E-5FBC-D21D466AE9C5}"/>
          </ac:spMkLst>
        </pc:spChg>
        <pc:spChg chg="add mod">
          <ac:chgData name="Joshua Ngui" userId="a6167923-c110-409b-bad0-723368df3cb1" providerId="ADAL" clId="{9FCC207D-B9BD-4721-B143-34F9122DEF8F}" dt="2025-02-26T17:45:23.154" v="132" actId="20577"/>
          <ac:spMkLst>
            <pc:docMk/>
            <pc:sldMk cId="2805030926" sldId="256"/>
            <ac:spMk id="9" creationId="{A4C12C40-9107-ECAA-EED3-7F1DC8B554AF}"/>
          </ac:spMkLst>
        </pc:spChg>
        <pc:spChg chg="add mod">
          <ac:chgData name="Joshua Ngui" userId="a6167923-c110-409b-bad0-723368df3cb1" providerId="ADAL" clId="{9FCC207D-B9BD-4721-B143-34F9122DEF8F}" dt="2025-02-26T17:49:14.867" v="268" actId="1076"/>
          <ac:spMkLst>
            <pc:docMk/>
            <pc:sldMk cId="2805030926" sldId="256"/>
            <ac:spMk id="10" creationId="{61F0F98B-4EDD-BA03-A4C7-476CCD25D424}"/>
          </ac:spMkLst>
        </pc:spChg>
        <pc:spChg chg="add mod">
          <ac:chgData name="Joshua Ngui" userId="a6167923-c110-409b-bad0-723368df3cb1" providerId="ADAL" clId="{9FCC207D-B9BD-4721-B143-34F9122DEF8F}" dt="2025-02-26T17:49:24.873" v="269" actId="1076"/>
          <ac:spMkLst>
            <pc:docMk/>
            <pc:sldMk cId="2805030926" sldId="256"/>
            <ac:spMk id="11" creationId="{62AC3DD0-0B1F-E0C2-AC3D-4ADE933A712A}"/>
          </ac:spMkLst>
        </pc:spChg>
        <pc:spChg chg="add mod">
          <ac:chgData name="Joshua Ngui" userId="a6167923-c110-409b-bad0-723368df3cb1" providerId="ADAL" clId="{9FCC207D-B9BD-4721-B143-34F9122DEF8F}" dt="2025-03-01T08:15:02.413" v="1262" actId="1076"/>
          <ac:spMkLst>
            <pc:docMk/>
            <pc:sldMk cId="2805030926" sldId="256"/>
            <ac:spMk id="12" creationId="{054AF014-786C-C63B-977A-48206E912F53}"/>
          </ac:spMkLst>
        </pc:spChg>
        <pc:spChg chg="add mod">
          <ac:chgData name="Joshua Ngui" userId="a6167923-c110-409b-bad0-723368df3cb1" providerId="ADAL" clId="{9FCC207D-B9BD-4721-B143-34F9122DEF8F}" dt="2025-03-01T08:16:23.205" v="1277" actId="1076"/>
          <ac:spMkLst>
            <pc:docMk/>
            <pc:sldMk cId="2805030926" sldId="256"/>
            <ac:spMk id="13" creationId="{1194F41E-8E8D-4877-869F-0893FAC330B3}"/>
          </ac:spMkLst>
        </pc:spChg>
        <pc:spChg chg="add mod">
          <ac:chgData name="Joshua Ngui" userId="a6167923-c110-409b-bad0-723368df3cb1" providerId="ADAL" clId="{9FCC207D-B9BD-4721-B143-34F9122DEF8F}" dt="2025-03-01T08:15:11.418" v="1263" actId="1076"/>
          <ac:spMkLst>
            <pc:docMk/>
            <pc:sldMk cId="2805030926" sldId="256"/>
            <ac:spMk id="14" creationId="{8FCA7239-0369-4D31-3461-4FDE0CCDC0FD}"/>
          </ac:spMkLst>
        </pc:spChg>
        <pc:spChg chg="add mod">
          <ac:chgData name="Joshua Ngui" userId="a6167923-c110-409b-bad0-723368df3cb1" providerId="ADAL" clId="{9FCC207D-B9BD-4721-B143-34F9122DEF8F}" dt="2025-03-01T08:15:15.118" v="1264" actId="1076"/>
          <ac:spMkLst>
            <pc:docMk/>
            <pc:sldMk cId="2805030926" sldId="256"/>
            <ac:spMk id="15" creationId="{C2D8051D-C775-0554-8C3C-050316DE06AA}"/>
          </ac:spMkLst>
        </pc:spChg>
        <pc:spChg chg="add mod">
          <ac:chgData name="Joshua Ngui" userId="a6167923-c110-409b-bad0-723368df3cb1" providerId="ADAL" clId="{9FCC207D-B9BD-4721-B143-34F9122DEF8F}" dt="2025-03-01T08:15:22.434" v="1265" actId="1076"/>
          <ac:spMkLst>
            <pc:docMk/>
            <pc:sldMk cId="2805030926" sldId="256"/>
            <ac:spMk id="16" creationId="{009063A4-8125-7C37-F1DE-90FABD835730}"/>
          </ac:spMkLst>
        </pc:spChg>
        <pc:spChg chg="add mod">
          <ac:chgData name="Joshua Ngui" userId="a6167923-c110-409b-bad0-723368df3cb1" providerId="ADAL" clId="{9FCC207D-B9BD-4721-B143-34F9122DEF8F}" dt="2025-02-26T18:47:26.862" v="466"/>
          <ac:spMkLst>
            <pc:docMk/>
            <pc:sldMk cId="2805030926" sldId="256"/>
            <ac:spMk id="17" creationId="{596F6E71-BBF4-6807-FEED-923CBF4D9B8A}"/>
          </ac:spMkLst>
        </pc:spChg>
        <pc:spChg chg="add mod">
          <ac:chgData name="Joshua Ngui" userId="a6167923-c110-409b-bad0-723368df3cb1" providerId="ADAL" clId="{9FCC207D-B9BD-4721-B143-34F9122DEF8F}" dt="2025-02-26T18:48:11.663" v="469"/>
          <ac:spMkLst>
            <pc:docMk/>
            <pc:sldMk cId="2805030926" sldId="256"/>
            <ac:spMk id="19" creationId="{39CB70C5-DCAB-6B43-796B-DEEBFE9DA1E3}"/>
          </ac:spMkLst>
        </pc:spChg>
        <pc:spChg chg="add mod">
          <ac:chgData name="Joshua Ngui" userId="a6167923-c110-409b-bad0-723368df3cb1" providerId="ADAL" clId="{9FCC207D-B9BD-4721-B143-34F9122DEF8F}" dt="2025-03-01T08:34:42.567" v="1552" actId="1076"/>
          <ac:spMkLst>
            <pc:docMk/>
            <pc:sldMk cId="2805030926" sldId="256"/>
            <ac:spMk id="48" creationId="{C9BEF799-ED43-72F8-EC02-C6E6C2A31DAA}"/>
          </ac:spMkLst>
        </pc:spChg>
        <pc:picChg chg="add mod">
          <ac:chgData name="Joshua Ngui" userId="a6167923-c110-409b-bad0-723368df3cb1" providerId="ADAL" clId="{9FCC207D-B9BD-4721-B143-34F9122DEF8F}" dt="2025-03-01T08:04:10.441" v="1196" actId="1076"/>
          <ac:picMkLst>
            <pc:docMk/>
            <pc:sldMk cId="2805030926" sldId="256"/>
            <ac:picMk id="3" creationId="{77FC9B57-0ABF-DBD0-DF55-CB7191AB10E5}"/>
          </ac:picMkLst>
        </pc:picChg>
        <pc:picChg chg="add mod">
          <ac:chgData name="Joshua Ngui" userId="a6167923-c110-409b-bad0-723368df3cb1" providerId="ADAL" clId="{9FCC207D-B9BD-4721-B143-34F9122DEF8F}" dt="2025-03-01T08:04:04.671" v="1195" actId="1076"/>
          <ac:picMkLst>
            <pc:docMk/>
            <pc:sldMk cId="2805030926" sldId="256"/>
            <ac:picMk id="5" creationId="{445ACD49-E116-F08E-643D-09929E3A1637}"/>
          </ac:picMkLst>
        </pc:picChg>
        <pc:picChg chg="add mod">
          <ac:chgData name="Joshua Ngui" userId="a6167923-c110-409b-bad0-723368df3cb1" providerId="ADAL" clId="{9FCC207D-B9BD-4721-B143-34F9122DEF8F}" dt="2025-03-01T08:26:42.451" v="1503" actId="1076"/>
          <ac:picMkLst>
            <pc:docMk/>
            <pc:sldMk cId="2805030926" sldId="256"/>
            <ac:picMk id="18" creationId="{E09B9270-6D9B-B4B7-12F5-30DEF89928A6}"/>
          </ac:picMkLst>
        </pc:picChg>
        <pc:picChg chg="add mod">
          <ac:chgData name="Joshua Ngui" userId="a6167923-c110-409b-bad0-723368df3cb1" providerId="ADAL" clId="{9FCC207D-B9BD-4721-B143-34F9122DEF8F}" dt="2025-03-01T08:26:42.451" v="1503" actId="1076"/>
          <ac:picMkLst>
            <pc:docMk/>
            <pc:sldMk cId="2805030926" sldId="256"/>
            <ac:picMk id="20" creationId="{5C1D3070-BB0C-4915-BDE4-800E8AD07F33}"/>
          </ac:picMkLst>
        </pc:picChg>
        <pc:picChg chg="add mod">
          <ac:chgData name="Joshua Ngui" userId="a6167923-c110-409b-bad0-723368df3cb1" providerId="ADAL" clId="{9FCC207D-B9BD-4721-B143-34F9122DEF8F}" dt="2025-03-01T08:26:42.451" v="1503" actId="1076"/>
          <ac:picMkLst>
            <pc:docMk/>
            <pc:sldMk cId="2805030926" sldId="256"/>
            <ac:picMk id="21" creationId="{A6D4F064-12DF-291E-D6F5-C6CB98BABE44}"/>
          </ac:picMkLst>
        </pc:picChg>
        <pc:picChg chg="add mod">
          <ac:chgData name="Joshua Ngui" userId="a6167923-c110-409b-bad0-723368df3cb1" providerId="ADAL" clId="{9FCC207D-B9BD-4721-B143-34F9122DEF8F}" dt="2025-03-01T08:26:42.451" v="1503" actId="1076"/>
          <ac:picMkLst>
            <pc:docMk/>
            <pc:sldMk cId="2805030926" sldId="256"/>
            <ac:picMk id="22" creationId="{BE5DCE0F-DBD3-A6B2-C1FB-CCF0845111A0}"/>
          </ac:picMkLst>
        </pc:picChg>
        <pc:picChg chg="add mod">
          <ac:chgData name="Joshua Ngui" userId="a6167923-c110-409b-bad0-723368df3cb1" providerId="ADAL" clId="{9FCC207D-B9BD-4721-B143-34F9122DEF8F}" dt="2025-03-01T08:10:21.121" v="1221" actId="1076"/>
          <ac:picMkLst>
            <pc:docMk/>
            <pc:sldMk cId="2805030926" sldId="256"/>
            <ac:picMk id="24" creationId="{899EBAD1-8356-D942-8391-8BA26D6B3E3B}"/>
          </ac:picMkLst>
        </pc:picChg>
        <pc:picChg chg="add mod">
          <ac:chgData name="Joshua Ngui" userId="a6167923-c110-409b-bad0-723368df3cb1" providerId="ADAL" clId="{9FCC207D-B9BD-4721-B143-34F9122DEF8F}" dt="2025-03-01T08:10:48.925" v="1226" actId="1076"/>
          <ac:picMkLst>
            <pc:docMk/>
            <pc:sldMk cId="2805030926" sldId="256"/>
            <ac:picMk id="26" creationId="{417BD0EC-474F-78CF-F70B-8A49A8987979}"/>
          </ac:picMkLst>
        </pc:picChg>
        <pc:picChg chg="add mod">
          <ac:chgData name="Joshua Ngui" userId="a6167923-c110-409b-bad0-723368df3cb1" providerId="ADAL" clId="{9FCC207D-B9BD-4721-B143-34F9122DEF8F}" dt="2025-03-01T08:11:23.624" v="1231" actId="1076"/>
          <ac:picMkLst>
            <pc:docMk/>
            <pc:sldMk cId="2805030926" sldId="256"/>
            <ac:picMk id="28" creationId="{FA66590B-34C9-213B-CB66-4B5043A80889}"/>
          </ac:picMkLst>
        </pc:picChg>
        <pc:picChg chg="add mod">
          <ac:chgData name="Joshua Ngui" userId="a6167923-c110-409b-bad0-723368df3cb1" providerId="ADAL" clId="{9FCC207D-B9BD-4721-B143-34F9122DEF8F}" dt="2025-03-01T08:11:46.158" v="1236" actId="1076"/>
          <ac:picMkLst>
            <pc:docMk/>
            <pc:sldMk cId="2805030926" sldId="256"/>
            <ac:picMk id="30" creationId="{9317FE8F-09CC-A0E9-0749-405A098DB587}"/>
          </ac:picMkLst>
        </pc:picChg>
        <pc:picChg chg="add mod">
          <ac:chgData name="Joshua Ngui" userId="a6167923-c110-409b-bad0-723368df3cb1" providerId="ADAL" clId="{9FCC207D-B9BD-4721-B143-34F9122DEF8F}" dt="2025-03-01T08:12:33.061" v="1239" actId="1076"/>
          <ac:picMkLst>
            <pc:docMk/>
            <pc:sldMk cId="2805030926" sldId="256"/>
            <ac:picMk id="32" creationId="{C1AA7C23-BA4D-A293-D20B-81BE0A096946}"/>
          </ac:picMkLst>
        </pc:picChg>
        <pc:picChg chg="add del mod">
          <ac:chgData name="Joshua Ngui" userId="a6167923-c110-409b-bad0-723368df3cb1" providerId="ADAL" clId="{9FCC207D-B9BD-4721-B143-34F9122DEF8F}" dt="2025-03-01T08:13:05.122" v="1244" actId="478"/>
          <ac:picMkLst>
            <pc:docMk/>
            <pc:sldMk cId="2805030926" sldId="256"/>
            <ac:picMk id="34" creationId="{0DA8D3EB-EFF9-97E2-E1C7-1EEC134540AB}"/>
          </ac:picMkLst>
        </pc:picChg>
        <pc:picChg chg="add mod">
          <ac:chgData name="Joshua Ngui" userId="a6167923-c110-409b-bad0-723368df3cb1" providerId="ADAL" clId="{9FCC207D-B9BD-4721-B143-34F9122DEF8F}" dt="2025-03-01T08:13:21.903" v="1248" actId="1076"/>
          <ac:picMkLst>
            <pc:docMk/>
            <pc:sldMk cId="2805030926" sldId="256"/>
            <ac:picMk id="36" creationId="{D2115649-5C2D-4436-2AD2-B71E7174EFE9}"/>
          </ac:picMkLst>
        </pc:picChg>
        <pc:picChg chg="add mod">
          <ac:chgData name="Joshua Ngui" userId="a6167923-c110-409b-bad0-723368df3cb1" providerId="ADAL" clId="{9FCC207D-B9BD-4721-B143-34F9122DEF8F}" dt="2025-03-01T08:13:42.731" v="1252" actId="1076"/>
          <ac:picMkLst>
            <pc:docMk/>
            <pc:sldMk cId="2805030926" sldId="256"/>
            <ac:picMk id="38" creationId="{0438DDC3-494D-5C1C-B864-2D1F11A006AF}"/>
          </ac:picMkLst>
        </pc:picChg>
        <pc:picChg chg="add mod">
          <ac:chgData name="Joshua Ngui" userId="a6167923-c110-409b-bad0-723368df3cb1" providerId="ADAL" clId="{9FCC207D-B9BD-4721-B143-34F9122DEF8F}" dt="2025-03-01T08:14:06.748" v="1257" actId="688"/>
          <ac:picMkLst>
            <pc:docMk/>
            <pc:sldMk cId="2805030926" sldId="256"/>
            <ac:picMk id="40" creationId="{6F6F5FB7-380B-DE1A-57AB-BB337FB6046D}"/>
          </ac:picMkLst>
        </pc:picChg>
        <pc:picChg chg="add del mod">
          <ac:chgData name="Joshua Ngui" userId="a6167923-c110-409b-bad0-723368df3cb1" providerId="ADAL" clId="{9FCC207D-B9BD-4721-B143-34F9122DEF8F}" dt="2025-03-01T09:48:15.780" v="1654" actId="478"/>
          <ac:picMkLst>
            <pc:docMk/>
            <pc:sldMk cId="2805030926" sldId="256"/>
            <ac:picMk id="42" creationId="{01CF82A0-65E8-8563-9D82-B6A6C0EC331A}"/>
          </ac:picMkLst>
        </pc:picChg>
        <pc:picChg chg="add mod">
          <ac:chgData name="Joshua Ngui" userId="a6167923-c110-409b-bad0-723368df3cb1" providerId="ADAL" clId="{9FCC207D-B9BD-4721-B143-34F9122DEF8F}" dt="2025-03-01T08:16:18.988" v="1276" actId="14100"/>
          <ac:picMkLst>
            <pc:docMk/>
            <pc:sldMk cId="2805030926" sldId="256"/>
            <ac:picMk id="43" creationId="{012E27E8-08CE-912B-C376-260AD643FA66}"/>
          </ac:picMkLst>
        </pc:picChg>
        <pc:picChg chg="add mod">
          <ac:chgData name="Joshua Ngui" userId="a6167923-c110-409b-bad0-723368df3cb1" providerId="ADAL" clId="{9FCC207D-B9BD-4721-B143-34F9122DEF8F}" dt="2025-03-01T08:23:30.324" v="1484" actId="1076"/>
          <ac:picMkLst>
            <pc:docMk/>
            <pc:sldMk cId="2805030926" sldId="256"/>
            <ac:picMk id="45" creationId="{3D369F03-AC4D-A62B-A01F-D18ED70D57F3}"/>
          </ac:picMkLst>
        </pc:picChg>
        <pc:picChg chg="add mod">
          <ac:chgData name="Joshua Ngui" userId="a6167923-c110-409b-bad0-723368df3cb1" providerId="ADAL" clId="{9FCC207D-B9BD-4721-B143-34F9122DEF8F}" dt="2025-03-01T08:25:30.423" v="1499" actId="1076"/>
          <ac:picMkLst>
            <pc:docMk/>
            <pc:sldMk cId="2805030926" sldId="256"/>
            <ac:picMk id="47" creationId="{C2F38480-8543-3FB7-73F8-90E46AD62F63}"/>
          </ac:picMkLst>
        </pc:picChg>
        <pc:picChg chg="add mod">
          <ac:chgData name="Joshua Ngui" userId="a6167923-c110-409b-bad0-723368df3cb1" providerId="ADAL" clId="{9FCC207D-B9BD-4721-B143-34F9122DEF8F}" dt="2025-03-01T09:48:26.236" v="1657" actId="14100"/>
          <ac:picMkLst>
            <pc:docMk/>
            <pc:sldMk cId="2805030926" sldId="256"/>
            <ac:picMk id="50" creationId="{B9251C9C-7521-9BC4-3BBA-2C6127A743EC}"/>
          </ac:picMkLst>
        </pc:picChg>
      </pc:sldChg>
      <pc:sldChg chg="addSp delSp modSp new mod delAnim modAnim modNotesTx">
        <pc:chgData name="Joshua Ngui" userId="a6167923-c110-409b-bad0-723368df3cb1" providerId="ADAL" clId="{9FCC207D-B9BD-4721-B143-34F9122DEF8F}" dt="2025-03-02T18:18:16.589" v="2175" actId="113"/>
        <pc:sldMkLst>
          <pc:docMk/>
          <pc:sldMk cId="372002819" sldId="257"/>
        </pc:sldMkLst>
        <pc:spChg chg="add mod">
          <ac:chgData name="Joshua Ngui" userId="a6167923-c110-409b-bad0-723368df3cb1" providerId="ADAL" clId="{9FCC207D-B9BD-4721-B143-34F9122DEF8F}" dt="2025-02-26T17:49:36.175" v="271"/>
          <ac:spMkLst>
            <pc:docMk/>
            <pc:sldMk cId="372002819" sldId="257"/>
            <ac:spMk id="2" creationId="{B390E407-A6F9-B466-39F0-4FB50BFD378E}"/>
          </ac:spMkLst>
        </pc:spChg>
        <pc:spChg chg="add mod">
          <ac:chgData name="Joshua Ngui" userId="a6167923-c110-409b-bad0-723368df3cb1" providerId="ADAL" clId="{9FCC207D-B9BD-4721-B143-34F9122DEF8F}" dt="2025-02-26T17:49:36.175" v="271"/>
          <ac:spMkLst>
            <pc:docMk/>
            <pc:sldMk cId="372002819" sldId="257"/>
            <ac:spMk id="3" creationId="{9872D64B-97C3-DD05-3B3E-D10D101C4286}"/>
          </ac:spMkLst>
        </pc:spChg>
        <pc:spChg chg="add mod">
          <ac:chgData name="Joshua Ngui" userId="a6167923-c110-409b-bad0-723368df3cb1" providerId="ADAL" clId="{9FCC207D-B9BD-4721-B143-34F9122DEF8F}" dt="2025-02-26T17:49:36.175" v="271"/>
          <ac:spMkLst>
            <pc:docMk/>
            <pc:sldMk cId="372002819" sldId="257"/>
            <ac:spMk id="4" creationId="{5D9E9907-F49A-19BD-D4DC-F4EA333A19C5}"/>
          </ac:spMkLst>
        </pc:spChg>
        <pc:spChg chg="add mod">
          <ac:chgData name="Joshua Ngui" userId="a6167923-c110-409b-bad0-723368df3cb1" providerId="ADAL" clId="{9FCC207D-B9BD-4721-B143-34F9122DEF8F}" dt="2025-02-26T17:49:36.175" v="271"/>
          <ac:spMkLst>
            <pc:docMk/>
            <pc:sldMk cId="372002819" sldId="257"/>
            <ac:spMk id="5" creationId="{E5DF85E6-70A2-3315-D1E8-F90D9DEA7618}"/>
          </ac:spMkLst>
        </pc:spChg>
        <pc:spChg chg="add mod">
          <ac:chgData name="Joshua Ngui" userId="a6167923-c110-409b-bad0-723368df3cb1" providerId="ADAL" clId="{9FCC207D-B9BD-4721-B143-34F9122DEF8F}" dt="2025-03-02T18:04:10.274" v="1865" actId="20577"/>
          <ac:spMkLst>
            <pc:docMk/>
            <pc:sldMk cId="372002819" sldId="257"/>
            <ac:spMk id="6" creationId="{BA403E47-5262-9844-C3D4-F408F2D1230E}"/>
          </ac:spMkLst>
        </pc:spChg>
        <pc:spChg chg="add mod">
          <ac:chgData name="Joshua Ngui" userId="a6167923-c110-409b-bad0-723368df3cb1" providerId="ADAL" clId="{9FCC207D-B9BD-4721-B143-34F9122DEF8F}" dt="2025-02-27T17:50:15.092" v="687" actId="1076"/>
          <ac:spMkLst>
            <pc:docMk/>
            <pc:sldMk cId="372002819" sldId="257"/>
            <ac:spMk id="7" creationId="{65A14A94-ED5F-E66D-C904-1EBB961BE18B}"/>
          </ac:spMkLst>
        </pc:spChg>
        <pc:spChg chg="add mod">
          <ac:chgData name="Joshua Ngui" userId="a6167923-c110-409b-bad0-723368df3cb1" providerId="ADAL" clId="{9FCC207D-B9BD-4721-B143-34F9122DEF8F}" dt="2025-03-01T08:27:48.567" v="1507" actId="1076"/>
          <ac:spMkLst>
            <pc:docMk/>
            <pc:sldMk cId="372002819" sldId="257"/>
            <ac:spMk id="8" creationId="{5E9B98B6-A49A-9051-BF11-3D292F76C854}"/>
          </ac:spMkLst>
        </pc:spChg>
        <pc:spChg chg="add mod">
          <ac:chgData name="Joshua Ngui" userId="a6167923-c110-409b-bad0-723368df3cb1" providerId="ADAL" clId="{9FCC207D-B9BD-4721-B143-34F9122DEF8F}" dt="2025-03-01T08:27:52.319" v="1508" actId="1076"/>
          <ac:spMkLst>
            <pc:docMk/>
            <pc:sldMk cId="372002819" sldId="257"/>
            <ac:spMk id="9" creationId="{DF168B48-03BB-02EB-F8B4-02A12D62F196}"/>
          </ac:spMkLst>
        </pc:spChg>
        <pc:spChg chg="add del mod">
          <ac:chgData name="Joshua Ngui" userId="a6167923-c110-409b-bad0-723368df3cb1" providerId="ADAL" clId="{9FCC207D-B9BD-4721-B143-34F9122DEF8F}" dt="2025-03-02T18:05:29.440" v="1873" actId="478"/>
          <ac:spMkLst>
            <pc:docMk/>
            <pc:sldMk cId="372002819" sldId="257"/>
            <ac:spMk id="10" creationId="{C3BE42CE-C705-9329-566B-EC2C0D40A82C}"/>
          </ac:spMkLst>
        </pc:spChg>
        <pc:spChg chg="add mod">
          <ac:chgData name="Joshua Ngui" userId="a6167923-c110-409b-bad0-723368df3cb1" providerId="ADAL" clId="{9FCC207D-B9BD-4721-B143-34F9122DEF8F}" dt="2025-03-02T18:08:41.829" v="1955"/>
          <ac:spMkLst>
            <pc:docMk/>
            <pc:sldMk cId="372002819" sldId="257"/>
            <ac:spMk id="27" creationId="{6B00A549-6455-9CBC-5BEF-BF81291E33CB}"/>
          </ac:spMkLst>
        </pc:spChg>
        <pc:spChg chg="add mod">
          <ac:chgData name="Joshua Ngui" userId="a6167923-c110-409b-bad0-723368df3cb1" providerId="ADAL" clId="{9FCC207D-B9BD-4721-B143-34F9122DEF8F}" dt="2025-03-02T18:07:41.928" v="1950" actId="14100"/>
          <ac:spMkLst>
            <pc:docMk/>
            <pc:sldMk cId="372002819" sldId="257"/>
            <ac:spMk id="28" creationId="{5940E034-1BFA-1457-7B0C-9A4A17E44D0D}"/>
          </ac:spMkLst>
        </pc:spChg>
        <pc:spChg chg="add mod">
          <ac:chgData name="Joshua Ngui" userId="a6167923-c110-409b-bad0-723368df3cb1" providerId="ADAL" clId="{9FCC207D-B9BD-4721-B143-34F9122DEF8F}" dt="2025-03-01T08:36:24.105" v="1565" actId="1076"/>
          <ac:spMkLst>
            <pc:docMk/>
            <pc:sldMk cId="372002819" sldId="257"/>
            <ac:spMk id="33" creationId="{0D18E653-2B0F-0D22-1FCF-DC46FD4A39D2}"/>
          </ac:spMkLst>
        </pc:spChg>
        <pc:picChg chg="add del mod">
          <ac:chgData name="Joshua Ngui" userId="a6167923-c110-409b-bad0-723368df3cb1" providerId="ADAL" clId="{9FCC207D-B9BD-4721-B143-34F9122DEF8F}" dt="2025-03-01T08:30:55.674" v="1520" actId="478"/>
          <ac:picMkLst>
            <pc:docMk/>
            <pc:sldMk cId="372002819" sldId="257"/>
            <ac:picMk id="11" creationId="{D634FDC5-DD0E-44E7-AE88-91806BD84524}"/>
          </ac:picMkLst>
        </pc:picChg>
        <pc:picChg chg="add mod">
          <ac:chgData name="Joshua Ngui" userId="a6167923-c110-409b-bad0-723368df3cb1" providerId="ADAL" clId="{9FCC207D-B9BD-4721-B143-34F9122DEF8F}" dt="2025-03-01T08:26:50.851" v="1504" actId="1076"/>
          <ac:picMkLst>
            <pc:docMk/>
            <pc:sldMk cId="372002819" sldId="257"/>
            <ac:picMk id="12" creationId="{7BEB18F4-0600-9BDA-8777-117AA2FBA410}"/>
          </ac:picMkLst>
        </pc:picChg>
        <pc:picChg chg="add mod">
          <ac:chgData name="Joshua Ngui" userId="a6167923-c110-409b-bad0-723368df3cb1" providerId="ADAL" clId="{9FCC207D-B9BD-4721-B143-34F9122DEF8F}" dt="2025-03-01T08:26:50.851" v="1504" actId="1076"/>
          <ac:picMkLst>
            <pc:docMk/>
            <pc:sldMk cId="372002819" sldId="257"/>
            <ac:picMk id="13" creationId="{E29B7232-8AEF-A28A-7630-5BEC2BDAFDCE}"/>
          </ac:picMkLst>
        </pc:picChg>
        <pc:picChg chg="add mod">
          <ac:chgData name="Joshua Ngui" userId="a6167923-c110-409b-bad0-723368df3cb1" providerId="ADAL" clId="{9FCC207D-B9BD-4721-B143-34F9122DEF8F}" dt="2025-03-01T08:26:50.851" v="1504" actId="1076"/>
          <ac:picMkLst>
            <pc:docMk/>
            <pc:sldMk cId="372002819" sldId="257"/>
            <ac:picMk id="14" creationId="{18E7DBF8-444B-7860-CD8C-2ACE492A5390}"/>
          </ac:picMkLst>
        </pc:picChg>
        <pc:picChg chg="add mod">
          <ac:chgData name="Joshua Ngui" userId="a6167923-c110-409b-bad0-723368df3cb1" providerId="ADAL" clId="{9FCC207D-B9BD-4721-B143-34F9122DEF8F}" dt="2025-03-01T08:27:13.526" v="1505"/>
          <ac:picMkLst>
            <pc:docMk/>
            <pc:sldMk cId="372002819" sldId="257"/>
            <ac:picMk id="15" creationId="{BD6450BA-5470-38EC-2C36-BBAF1A368641}"/>
          </ac:picMkLst>
        </pc:picChg>
        <pc:picChg chg="add mod">
          <ac:chgData name="Joshua Ngui" userId="a6167923-c110-409b-bad0-723368df3cb1" providerId="ADAL" clId="{9FCC207D-B9BD-4721-B143-34F9122DEF8F}" dt="2025-03-01T08:27:13.526" v="1505"/>
          <ac:picMkLst>
            <pc:docMk/>
            <pc:sldMk cId="372002819" sldId="257"/>
            <ac:picMk id="16" creationId="{2857EA55-CE3D-A50F-8FEF-C4B9D935D651}"/>
          </ac:picMkLst>
        </pc:picChg>
        <pc:picChg chg="add mod">
          <ac:chgData name="Joshua Ngui" userId="a6167923-c110-409b-bad0-723368df3cb1" providerId="ADAL" clId="{9FCC207D-B9BD-4721-B143-34F9122DEF8F}" dt="2025-03-01T08:27:13.526" v="1505"/>
          <ac:picMkLst>
            <pc:docMk/>
            <pc:sldMk cId="372002819" sldId="257"/>
            <ac:picMk id="17" creationId="{9F3801CB-965A-D5A7-BE9A-8403CAEA8628}"/>
          </ac:picMkLst>
        </pc:picChg>
        <pc:picChg chg="add mod">
          <ac:chgData name="Joshua Ngui" userId="a6167923-c110-409b-bad0-723368df3cb1" providerId="ADAL" clId="{9FCC207D-B9BD-4721-B143-34F9122DEF8F}" dt="2025-03-01T08:27:13.526" v="1505"/>
          <ac:picMkLst>
            <pc:docMk/>
            <pc:sldMk cId="372002819" sldId="257"/>
            <ac:picMk id="18" creationId="{DDF43B33-BCBD-D305-CE88-281C636ED98C}"/>
          </ac:picMkLst>
        </pc:picChg>
        <pc:picChg chg="add mod">
          <ac:chgData name="Joshua Ngui" userId="a6167923-c110-409b-bad0-723368df3cb1" providerId="ADAL" clId="{9FCC207D-B9BD-4721-B143-34F9122DEF8F}" dt="2025-03-01T08:27:13.526" v="1505"/>
          <ac:picMkLst>
            <pc:docMk/>
            <pc:sldMk cId="372002819" sldId="257"/>
            <ac:picMk id="19" creationId="{8DFC21EB-7FC0-1006-2947-6F347E1D154A}"/>
          </ac:picMkLst>
        </pc:picChg>
        <pc:picChg chg="add mod">
          <ac:chgData name="Joshua Ngui" userId="a6167923-c110-409b-bad0-723368df3cb1" providerId="ADAL" clId="{9FCC207D-B9BD-4721-B143-34F9122DEF8F}" dt="2025-03-01T08:27:13.526" v="1505"/>
          <ac:picMkLst>
            <pc:docMk/>
            <pc:sldMk cId="372002819" sldId="257"/>
            <ac:picMk id="20" creationId="{F04507A6-B0E9-7B70-B898-72673992CB9A}"/>
          </ac:picMkLst>
        </pc:picChg>
        <pc:picChg chg="add mod">
          <ac:chgData name="Joshua Ngui" userId="a6167923-c110-409b-bad0-723368df3cb1" providerId="ADAL" clId="{9FCC207D-B9BD-4721-B143-34F9122DEF8F}" dt="2025-03-01T08:27:13.526" v="1505"/>
          <ac:picMkLst>
            <pc:docMk/>
            <pc:sldMk cId="372002819" sldId="257"/>
            <ac:picMk id="21" creationId="{9F856A2E-833D-393D-BDA8-B190EF55993B}"/>
          </ac:picMkLst>
        </pc:picChg>
        <pc:picChg chg="add mod">
          <ac:chgData name="Joshua Ngui" userId="a6167923-c110-409b-bad0-723368df3cb1" providerId="ADAL" clId="{9FCC207D-B9BD-4721-B143-34F9122DEF8F}" dt="2025-03-01T08:27:13.526" v="1505"/>
          <ac:picMkLst>
            <pc:docMk/>
            <pc:sldMk cId="372002819" sldId="257"/>
            <ac:picMk id="22" creationId="{181AE2D7-0DF7-0566-50C5-942A1B99337C}"/>
          </ac:picMkLst>
        </pc:picChg>
        <pc:picChg chg="add mod">
          <ac:chgData name="Joshua Ngui" userId="a6167923-c110-409b-bad0-723368df3cb1" providerId="ADAL" clId="{9FCC207D-B9BD-4721-B143-34F9122DEF8F}" dt="2025-03-01T08:27:13.526" v="1505"/>
          <ac:picMkLst>
            <pc:docMk/>
            <pc:sldMk cId="372002819" sldId="257"/>
            <ac:picMk id="23" creationId="{A0C58563-1949-778E-B09B-3DFACBEDEEFB}"/>
          </ac:picMkLst>
        </pc:picChg>
        <pc:picChg chg="add mod">
          <ac:chgData name="Joshua Ngui" userId="a6167923-c110-409b-bad0-723368df3cb1" providerId="ADAL" clId="{9FCC207D-B9BD-4721-B143-34F9122DEF8F}" dt="2025-03-01T08:27:13.526" v="1505"/>
          <ac:picMkLst>
            <pc:docMk/>
            <pc:sldMk cId="372002819" sldId="257"/>
            <ac:picMk id="24" creationId="{7BF5FD5A-DD49-41BA-9D94-59019415E850}"/>
          </ac:picMkLst>
        </pc:picChg>
        <pc:picChg chg="add del mod">
          <ac:chgData name="Joshua Ngui" userId="a6167923-c110-409b-bad0-723368df3cb1" providerId="ADAL" clId="{9FCC207D-B9BD-4721-B143-34F9122DEF8F}" dt="2025-03-01T09:49:06.781" v="1661" actId="478"/>
          <ac:picMkLst>
            <pc:docMk/>
            <pc:sldMk cId="372002819" sldId="257"/>
            <ac:picMk id="25" creationId="{9F569D63-EE39-25DA-1429-281B56A3AE94}"/>
          </ac:picMkLst>
        </pc:picChg>
        <pc:picChg chg="add mod">
          <ac:chgData name="Joshua Ngui" userId="a6167923-c110-409b-bad0-723368df3cb1" providerId="ADAL" clId="{9FCC207D-B9BD-4721-B143-34F9122DEF8F}" dt="2025-03-02T18:03:43.156" v="1839" actId="14100"/>
          <ac:picMkLst>
            <pc:docMk/>
            <pc:sldMk cId="372002819" sldId="257"/>
            <ac:picMk id="25" creationId="{CF0D1F70-54DD-C17A-6790-8B86A8B2551E}"/>
          </ac:picMkLst>
        </pc:picChg>
        <pc:picChg chg="add mod">
          <ac:chgData name="Joshua Ngui" userId="a6167923-c110-409b-bad0-723368df3cb1" providerId="ADAL" clId="{9FCC207D-B9BD-4721-B143-34F9122DEF8F}" dt="2025-03-01T08:28:02.655" v="1510" actId="1076"/>
          <ac:picMkLst>
            <pc:docMk/>
            <pc:sldMk cId="372002819" sldId="257"/>
            <ac:picMk id="26" creationId="{14B064AF-58DE-ECB8-CA53-17220F1715CC}"/>
          </ac:picMkLst>
        </pc:picChg>
        <pc:picChg chg="add del mod">
          <ac:chgData name="Joshua Ngui" userId="a6167923-c110-409b-bad0-723368df3cb1" providerId="ADAL" clId="{9FCC207D-B9BD-4721-B143-34F9122DEF8F}" dt="2025-03-01T09:46:06.905" v="1627" actId="478"/>
          <ac:picMkLst>
            <pc:docMk/>
            <pc:sldMk cId="372002819" sldId="257"/>
            <ac:picMk id="28" creationId="{378513A0-3F16-091A-7D14-ACF22A312E21}"/>
          </ac:picMkLst>
        </pc:picChg>
        <pc:picChg chg="add mod">
          <ac:chgData name="Joshua Ngui" userId="a6167923-c110-409b-bad0-723368df3cb1" providerId="ADAL" clId="{9FCC207D-B9BD-4721-B143-34F9122DEF8F}" dt="2025-03-01T08:31:23.754" v="1523" actId="1076"/>
          <ac:picMkLst>
            <pc:docMk/>
            <pc:sldMk cId="372002819" sldId="257"/>
            <ac:picMk id="30" creationId="{40C97C19-E1F0-6205-4450-EC9AD9C2B33D}"/>
          </ac:picMkLst>
        </pc:picChg>
        <pc:picChg chg="add mod">
          <ac:chgData name="Joshua Ngui" userId="a6167923-c110-409b-bad0-723368df3cb1" providerId="ADAL" clId="{9FCC207D-B9BD-4721-B143-34F9122DEF8F}" dt="2025-03-01T08:32:42.188" v="1534" actId="1076"/>
          <ac:picMkLst>
            <pc:docMk/>
            <pc:sldMk cId="372002819" sldId="257"/>
            <ac:picMk id="31" creationId="{86C012F9-15A3-2FA7-6724-6DBDA1982249}"/>
          </ac:picMkLst>
        </pc:picChg>
        <pc:picChg chg="add del mod">
          <ac:chgData name="Joshua Ngui" userId="a6167923-c110-409b-bad0-723368df3cb1" providerId="ADAL" clId="{9FCC207D-B9BD-4721-B143-34F9122DEF8F}" dt="2025-03-02T18:04:14.726" v="1866" actId="478"/>
          <ac:picMkLst>
            <pc:docMk/>
            <pc:sldMk cId="372002819" sldId="257"/>
            <ac:picMk id="32" creationId="{ABA5E0E1-61BE-5D59-6A5E-DEF60EDADA81}"/>
          </ac:picMkLst>
        </pc:picChg>
        <pc:picChg chg="add del mod">
          <ac:chgData name="Joshua Ngui" userId="a6167923-c110-409b-bad0-723368df3cb1" providerId="ADAL" clId="{9FCC207D-B9BD-4721-B143-34F9122DEF8F}" dt="2025-03-02T18:03:30.153" v="1834" actId="478"/>
          <ac:picMkLst>
            <pc:docMk/>
            <pc:sldMk cId="372002819" sldId="257"/>
            <ac:picMk id="35" creationId="{3004F5DF-C59D-BFA7-DB35-632CFBE15E76}"/>
          </ac:picMkLst>
        </pc:picChg>
        <pc:picChg chg="add mod">
          <ac:chgData name="Joshua Ngui" userId="a6167923-c110-409b-bad0-723368df3cb1" providerId="ADAL" clId="{9FCC207D-B9BD-4721-B143-34F9122DEF8F}" dt="2025-03-01T09:49:09.620" v="1663" actId="1076"/>
          <ac:picMkLst>
            <pc:docMk/>
            <pc:sldMk cId="372002819" sldId="257"/>
            <ac:picMk id="36" creationId="{6BF6DE96-225C-F833-D9FD-734C9F81892F}"/>
          </ac:picMkLst>
        </pc:picChg>
      </pc:sldChg>
      <pc:sldChg chg="addSp delSp modSp new mod delAnim modAnim modNotesTx">
        <pc:chgData name="Joshua Ngui" userId="a6167923-c110-409b-bad0-723368df3cb1" providerId="ADAL" clId="{9FCC207D-B9BD-4721-B143-34F9122DEF8F}" dt="2025-03-02T18:19:20.214" v="2196" actId="113"/>
        <pc:sldMkLst>
          <pc:docMk/>
          <pc:sldMk cId="26939119" sldId="258"/>
        </pc:sldMkLst>
        <pc:spChg chg="add mod">
          <ac:chgData name="Joshua Ngui" userId="a6167923-c110-409b-bad0-723368df3cb1" providerId="ADAL" clId="{9FCC207D-B9BD-4721-B143-34F9122DEF8F}" dt="2025-02-26T17:49:37.135" v="272"/>
          <ac:spMkLst>
            <pc:docMk/>
            <pc:sldMk cId="26939119" sldId="258"/>
            <ac:spMk id="2" creationId="{B6A865CD-4B15-4882-0F5B-F9A1461CFE9E}"/>
          </ac:spMkLst>
        </pc:spChg>
        <pc:spChg chg="add mod">
          <ac:chgData name="Joshua Ngui" userId="a6167923-c110-409b-bad0-723368df3cb1" providerId="ADAL" clId="{9FCC207D-B9BD-4721-B143-34F9122DEF8F}" dt="2025-02-26T17:49:37.135" v="272"/>
          <ac:spMkLst>
            <pc:docMk/>
            <pc:sldMk cId="26939119" sldId="258"/>
            <ac:spMk id="3" creationId="{BE22DF36-23FD-C075-163F-DE897B85ECF7}"/>
          </ac:spMkLst>
        </pc:spChg>
        <pc:spChg chg="add mod">
          <ac:chgData name="Joshua Ngui" userId="a6167923-c110-409b-bad0-723368df3cb1" providerId="ADAL" clId="{9FCC207D-B9BD-4721-B143-34F9122DEF8F}" dt="2025-02-26T17:49:37.135" v="272"/>
          <ac:spMkLst>
            <pc:docMk/>
            <pc:sldMk cId="26939119" sldId="258"/>
            <ac:spMk id="4" creationId="{2F60CAA2-AC99-58A8-B4A2-F3E63031CB46}"/>
          </ac:spMkLst>
        </pc:spChg>
        <pc:spChg chg="add mod">
          <ac:chgData name="Joshua Ngui" userId="a6167923-c110-409b-bad0-723368df3cb1" providerId="ADAL" clId="{9FCC207D-B9BD-4721-B143-34F9122DEF8F}" dt="2025-02-26T17:49:37.135" v="272"/>
          <ac:spMkLst>
            <pc:docMk/>
            <pc:sldMk cId="26939119" sldId="258"/>
            <ac:spMk id="5" creationId="{CE128505-4CB1-5C4B-3A04-251B5675AE49}"/>
          </ac:spMkLst>
        </pc:spChg>
        <pc:spChg chg="add del mod">
          <ac:chgData name="Joshua Ngui" userId="a6167923-c110-409b-bad0-723368df3cb1" providerId="ADAL" clId="{9FCC207D-B9BD-4721-B143-34F9122DEF8F}" dt="2025-03-02T18:08:48.233" v="1956" actId="478"/>
          <ac:spMkLst>
            <pc:docMk/>
            <pc:sldMk cId="26939119" sldId="258"/>
            <ac:spMk id="6" creationId="{D968B729-2060-4FDB-E138-362E1F2AD354}"/>
          </ac:spMkLst>
        </pc:spChg>
        <pc:spChg chg="add mod">
          <ac:chgData name="Joshua Ngui" userId="a6167923-c110-409b-bad0-723368df3cb1" providerId="ADAL" clId="{9FCC207D-B9BD-4721-B143-34F9122DEF8F}" dt="2025-03-02T18:09:23.581" v="1980" actId="14100"/>
          <ac:spMkLst>
            <pc:docMk/>
            <pc:sldMk cId="26939119" sldId="258"/>
            <ac:spMk id="7" creationId="{F69343B4-CC08-A1D1-A44C-C59143827D69}"/>
          </ac:spMkLst>
        </pc:spChg>
        <pc:spChg chg="add del mod">
          <ac:chgData name="Joshua Ngui" userId="a6167923-c110-409b-bad0-723368df3cb1" providerId="ADAL" clId="{9FCC207D-B9BD-4721-B143-34F9122DEF8F}" dt="2025-03-01T07:38:08.062" v="948" actId="21"/>
          <ac:spMkLst>
            <pc:docMk/>
            <pc:sldMk cId="26939119" sldId="258"/>
            <ac:spMk id="8" creationId="{70CF32F6-3597-3C64-EEBD-5FBAC1B4340D}"/>
          </ac:spMkLst>
        </pc:spChg>
        <pc:spChg chg="add del mod">
          <ac:chgData name="Joshua Ngui" userId="a6167923-c110-409b-bad0-723368df3cb1" providerId="ADAL" clId="{9FCC207D-B9BD-4721-B143-34F9122DEF8F}" dt="2025-03-02T18:08:50.809" v="1957" actId="478"/>
          <ac:spMkLst>
            <pc:docMk/>
            <pc:sldMk cId="26939119" sldId="258"/>
            <ac:spMk id="9" creationId="{CBEF2271-DA56-79CD-4071-7E14E1EAEB84}"/>
          </ac:spMkLst>
        </pc:spChg>
        <pc:spChg chg="add mod">
          <ac:chgData name="Joshua Ngui" userId="a6167923-c110-409b-bad0-723368df3cb1" providerId="ADAL" clId="{9FCC207D-B9BD-4721-B143-34F9122DEF8F}" dt="2025-03-02T18:12:41.478" v="2058" actId="20577"/>
          <ac:spMkLst>
            <pc:docMk/>
            <pc:sldMk cId="26939119" sldId="258"/>
            <ac:spMk id="10" creationId="{84BA2770-1E75-3F78-543A-4F34C9E36414}"/>
          </ac:spMkLst>
        </pc:spChg>
        <pc:spChg chg="add mod">
          <ac:chgData name="Joshua Ngui" userId="a6167923-c110-409b-bad0-723368df3cb1" providerId="ADAL" clId="{9FCC207D-B9BD-4721-B143-34F9122DEF8F}" dt="2025-03-01T09:20:29.233" v="1591" actId="20577"/>
          <ac:spMkLst>
            <pc:docMk/>
            <pc:sldMk cId="26939119" sldId="258"/>
            <ac:spMk id="11" creationId="{8E5D23BE-4587-8142-6B23-00B490C4F7A2}"/>
          </ac:spMkLst>
        </pc:spChg>
        <pc:spChg chg="add mod">
          <ac:chgData name="Joshua Ngui" userId="a6167923-c110-409b-bad0-723368df3cb1" providerId="ADAL" clId="{9FCC207D-B9BD-4721-B143-34F9122DEF8F}" dt="2025-03-02T18:13:42.059" v="2065" actId="20577"/>
          <ac:spMkLst>
            <pc:docMk/>
            <pc:sldMk cId="26939119" sldId="258"/>
            <ac:spMk id="32" creationId="{40EAB87A-D329-B4D3-F9D0-38912B292A20}"/>
          </ac:spMkLst>
        </pc:spChg>
        <pc:spChg chg="add mod">
          <ac:chgData name="Joshua Ngui" userId="a6167923-c110-409b-bad0-723368df3cb1" providerId="ADAL" clId="{9FCC207D-B9BD-4721-B143-34F9122DEF8F}" dt="2025-03-02T18:14:54.262" v="2075" actId="20577"/>
          <ac:spMkLst>
            <pc:docMk/>
            <pc:sldMk cId="26939119" sldId="258"/>
            <ac:spMk id="34" creationId="{3D2083F4-A806-C63D-DB8C-0A8A03F0CA82}"/>
          </ac:spMkLst>
        </pc:spChg>
        <pc:spChg chg="add mod">
          <ac:chgData name="Joshua Ngui" userId="a6167923-c110-409b-bad0-723368df3cb1" providerId="ADAL" clId="{9FCC207D-B9BD-4721-B143-34F9122DEF8F}" dt="2025-03-02T18:15:07.370" v="2094" actId="20577"/>
          <ac:spMkLst>
            <pc:docMk/>
            <pc:sldMk cId="26939119" sldId="258"/>
            <ac:spMk id="36" creationId="{15D3FA62-17B1-1BC0-8373-4A0B34ED7F51}"/>
          </ac:spMkLst>
        </pc:spChg>
        <pc:spChg chg="add mod">
          <ac:chgData name="Joshua Ngui" userId="a6167923-c110-409b-bad0-723368df3cb1" providerId="ADAL" clId="{9FCC207D-B9BD-4721-B143-34F9122DEF8F}" dt="2025-03-02T18:16:55.773" v="2169" actId="1076"/>
          <ac:spMkLst>
            <pc:docMk/>
            <pc:sldMk cId="26939119" sldId="258"/>
            <ac:spMk id="38" creationId="{6F26170B-7D50-266E-04A2-39F8C91D514E}"/>
          </ac:spMkLst>
        </pc:spChg>
        <pc:spChg chg="add mod">
          <ac:chgData name="Joshua Ngui" userId="a6167923-c110-409b-bad0-723368df3cb1" providerId="ADAL" clId="{9FCC207D-B9BD-4721-B143-34F9122DEF8F}" dt="2025-03-02T18:16:28.501" v="2162"/>
          <ac:spMkLst>
            <pc:docMk/>
            <pc:sldMk cId="26939119" sldId="258"/>
            <ac:spMk id="39" creationId="{483409A2-CC10-CA69-4CD0-ADC738D337DD}"/>
          </ac:spMkLst>
        </pc:spChg>
        <pc:spChg chg="add mod">
          <ac:chgData name="Joshua Ngui" userId="a6167923-c110-409b-bad0-723368df3cb1" providerId="ADAL" clId="{9FCC207D-B9BD-4721-B143-34F9122DEF8F}" dt="2025-03-02T18:16:38.740" v="2168" actId="20577"/>
          <ac:spMkLst>
            <pc:docMk/>
            <pc:sldMk cId="26939119" sldId="258"/>
            <ac:spMk id="40" creationId="{FE35E5D9-7E55-769A-35BF-11C016C61786}"/>
          </ac:spMkLst>
        </pc:spChg>
        <pc:picChg chg="add mod">
          <ac:chgData name="Joshua Ngui" userId="a6167923-c110-409b-bad0-723368df3cb1" providerId="ADAL" clId="{9FCC207D-B9BD-4721-B143-34F9122DEF8F}" dt="2025-03-02T18:09:11.021" v="1964" actId="14100"/>
          <ac:picMkLst>
            <pc:docMk/>
            <pc:sldMk cId="26939119" sldId="258"/>
            <ac:picMk id="8" creationId="{35A02EF0-8F7A-034A-8C86-643A48DD7080}"/>
          </ac:picMkLst>
        </pc:picChg>
        <pc:picChg chg="add mod">
          <ac:chgData name="Joshua Ngui" userId="a6167923-c110-409b-bad0-723368df3cb1" providerId="ADAL" clId="{9FCC207D-B9BD-4721-B143-34F9122DEF8F}" dt="2025-03-01T09:21:41.302" v="1597"/>
          <ac:picMkLst>
            <pc:docMk/>
            <pc:sldMk cId="26939119" sldId="258"/>
            <ac:picMk id="12" creationId="{857757BB-EF73-BAE1-197B-0CE42274FDC2}"/>
          </ac:picMkLst>
        </pc:picChg>
        <pc:picChg chg="add mod">
          <ac:chgData name="Joshua Ngui" userId="a6167923-c110-409b-bad0-723368df3cb1" providerId="ADAL" clId="{9FCC207D-B9BD-4721-B143-34F9122DEF8F}" dt="2025-03-01T09:21:41.302" v="1597"/>
          <ac:picMkLst>
            <pc:docMk/>
            <pc:sldMk cId="26939119" sldId="258"/>
            <ac:picMk id="13" creationId="{0EB898EA-59C8-D663-E1F1-23D5A5D72602}"/>
          </ac:picMkLst>
        </pc:picChg>
        <pc:picChg chg="add mod">
          <ac:chgData name="Joshua Ngui" userId="a6167923-c110-409b-bad0-723368df3cb1" providerId="ADAL" clId="{9FCC207D-B9BD-4721-B143-34F9122DEF8F}" dt="2025-03-01T09:21:41.302" v="1597"/>
          <ac:picMkLst>
            <pc:docMk/>
            <pc:sldMk cId="26939119" sldId="258"/>
            <ac:picMk id="14" creationId="{D7BF4B9C-5183-8A2D-0D4D-2E676C5E2AD9}"/>
          </ac:picMkLst>
        </pc:picChg>
        <pc:picChg chg="add del">
          <ac:chgData name="Joshua Ngui" userId="a6167923-c110-409b-bad0-723368df3cb1" providerId="ADAL" clId="{9FCC207D-B9BD-4721-B143-34F9122DEF8F}" dt="2025-03-01T09:22:27.129" v="1604" actId="478"/>
          <ac:picMkLst>
            <pc:docMk/>
            <pc:sldMk cId="26939119" sldId="258"/>
            <ac:picMk id="16" creationId="{33857D41-C79C-80D4-E2F2-350D4EDA8CEF}"/>
          </ac:picMkLst>
        </pc:picChg>
        <pc:picChg chg="add del mod">
          <ac:chgData name="Joshua Ngui" userId="a6167923-c110-409b-bad0-723368df3cb1" providerId="ADAL" clId="{9FCC207D-B9BD-4721-B143-34F9122DEF8F}" dt="2025-03-02T18:11:03.835" v="1994" actId="478"/>
          <ac:picMkLst>
            <pc:docMk/>
            <pc:sldMk cId="26939119" sldId="258"/>
            <ac:picMk id="16" creationId="{C95569AA-B82C-21F0-5F56-A3AD9638DBE9}"/>
          </ac:picMkLst>
        </pc:picChg>
        <pc:picChg chg="add mod">
          <ac:chgData name="Joshua Ngui" userId="a6167923-c110-409b-bad0-723368df3cb1" providerId="ADAL" clId="{9FCC207D-B9BD-4721-B143-34F9122DEF8F}" dt="2025-03-01T09:22:45.291" v="1605"/>
          <ac:picMkLst>
            <pc:docMk/>
            <pc:sldMk cId="26939119" sldId="258"/>
            <ac:picMk id="17" creationId="{1CA89EEB-73BA-1107-ABB4-B3073672A4B8}"/>
          </ac:picMkLst>
        </pc:picChg>
        <pc:picChg chg="add mod">
          <ac:chgData name="Joshua Ngui" userId="a6167923-c110-409b-bad0-723368df3cb1" providerId="ADAL" clId="{9FCC207D-B9BD-4721-B143-34F9122DEF8F}" dt="2025-03-01T09:22:45.291" v="1605"/>
          <ac:picMkLst>
            <pc:docMk/>
            <pc:sldMk cId="26939119" sldId="258"/>
            <ac:picMk id="18" creationId="{3109D721-8FA0-0C30-5892-817ADD5BBF84}"/>
          </ac:picMkLst>
        </pc:picChg>
        <pc:picChg chg="add mod">
          <ac:chgData name="Joshua Ngui" userId="a6167923-c110-409b-bad0-723368df3cb1" providerId="ADAL" clId="{9FCC207D-B9BD-4721-B143-34F9122DEF8F}" dt="2025-03-01T09:22:45.291" v="1605"/>
          <ac:picMkLst>
            <pc:docMk/>
            <pc:sldMk cId="26939119" sldId="258"/>
            <ac:picMk id="19" creationId="{9313D854-3336-3E31-7C6A-0AE0E7B6C9D5}"/>
          </ac:picMkLst>
        </pc:picChg>
        <pc:picChg chg="add mod">
          <ac:chgData name="Joshua Ngui" userId="a6167923-c110-409b-bad0-723368df3cb1" providerId="ADAL" clId="{9FCC207D-B9BD-4721-B143-34F9122DEF8F}" dt="2025-03-01T09:22:45.291" v="1605"/>
          <ac:picMkLst>
            <pc:docMk/>
            <pc:sldMk cId="26939119" sldId="258"/>
            <ac:picMk id="20" creationId="{8B8F4556-2FC6-BF42-1732-D0EC50599E20}"/>
          </ac:picMkLst>
        </pc:picChg>
        <pc:picChg chg="add mod">
          <ac:chgData name="Joshua Ngui" userId="a6167923-c110-409b-bad0-723368df3cb1" providerId="ADAL" clId="{9FCC207D-B9BD-4721-B143-34F9122DEF8F}" dt="2025-03-01T09:22:45.291" v="1605"/>
          <ac:picMkLst>
            <pc:docMk/>
            <pc:sldMk cId="26939119" sldId="258"/>
            <ac:picMk id="21" creationId="{C013BB15-86CC-8517-B984-A29E62E09586}"/>
          </ac:picMkLst>
        </pc:picChg>
        <pc:picChg chg="add mod">
          <ac:chgData name="Joshua Ngui" userId="a6167923-c110-409b-bad0-723368df3cb1" providerId="ADAL" clId="{9FCC207D-B9BD-4721-B143-34F9122DEF8F}" dt="2025-03-01T09:22:45.291" v="1605"/>
          <ac:picMkLst>
            <pc:docMk/>
            <pc:sldMk cId="26939119" sldId="258"/>
            <ac:picMk id="22" creationId="{3ECDC7CD-7AE3-B12B-A083-CFEF7A3CDCEC}"/>
          </ac:picMkLst>
        </pc:picChg>
        <pc:picChg chg="add mod">
          <ac:chgData name="Joshua Ngui" userId="a6167923-c110-409b-bad0-723368df3cb1" providerId="ADAL" clId="{9FCC207D-B9BD-4721-B143-34F9122DEF8F}" dt="2025-03-01T09:22:45.291" v="1605"/>
          <ac:picMkLst>
            <pc:docMk/>
            <pc:sldMk cId="26939119" sldId="258"/>
            <ac:picMk id="23" creationId="{18EAC5D1-6C2F-7F05-0160-D8E218C1A5E9}"/>
          </ac:picMkLst>
        </pc:picChg>
        <pc:picChg chg="add mod">
          <ac:chgData name="Joshua Ngui" userId="a6167923-c110-409b-bad0-723368df3cb1" providerId="ADAL" clId="{9FCC207D-B9BD-4721-B143-34F9122DEF8F}" dt="2025-03-01T09:22:45.291" v="1605"/>
          <ac:picMkLst>
            <pc:docMk/>
            <pc:sldMk cId="26939119" sldId="258"/>
            <ac:picMk id="24" creationId="{C1841CE9-C468-EA97-BEED-1E1F92E21C02}"/>
          </ac:picMkLst>
        </pc:picChg>
        <pc:picChg chg="add mod">
          <ac:chgData name="Joshua Ngui" userId="a6167923-c110-409b-bad0-723368df3cb1" providerId="ADAL" clId="{9FCC207D-B9BD-4721-B143-34F9122DEF8F}" dt="2025-03-01T09:22:45.291" v="1605"/>
          <ac:picMkLst>
            <pc:docMk/>
            <pc:sldMk cId="26939119" sldId="258"/>
            <ac:picMk id="25" creationId="{4210AEF1-20FB-8DF4-119D-3BF1BFE50DB6}"/>
          </ac:picMkLst>
        </pc:picChg>
        <pc:picChg chg="add mod">
          <ac:chgData name="Joshua Ngui" userId="a6167923-c110-409b-bad0-723368df3cb1" providerId="ADAL" clId="{9FCC207D-B9BD-4721-B143-34F9122DEF8F}" dt="2025-03-01T09:22:45.291" v="1605"/>
          <ac:picMkLst>
            <pc:docMk/>
            <pc:sldMk cId="26939119" sldId="258"/>
            <ac:picMk id="26" creationId="{E000E63E-FA73-4380-44AE-7DF98683F650}"/>
          </ac:picMkLst>
        </pc:picChg>
        <pc:picChg chg="add del mod">
          <ac:chgData name="Joshua Ngui" userId="a6167923-c110-409b-bad0-723368df3cb1" providerId="ADAL" clId="{9FCC207D-B9BD-4721-B143-34F9122DEF8F}" dt="2025-03-01T09:46:59.114" v="1638" actId="478"/>
          <ac:picMkLst>
            <pc:docMk/>
            <pc:sldMk cId="26939119" sldId="258"/>
            <ac:picMk id="27" creationId="{AF30CB5E-D35E-284F-657C-64F3FC76891B}"/>
          </ac:picMkLst>
        </pc:picChg>
        <pc:picChg chg="add del mod">
          <ac:chgData name="Joshua Ngui" userId="a6167923-c110-409b-bad0-723368df3cb1" providerId="ADAL" clId="{9FCC207D-B9BD-4721-B143-34F9122DEF8F}" dt="2025-03-02T18:08:56.903" v="1958" actId="478"/>
          <ac:picMkLst>
            <pc:docMk/>
            <pc:sldMk cId="26939119" sldId="258"/>
            <ac:picMk id="28" creationId="{C9D2C197-E18F-B2B8-9335-71C80BF3092F}"/>
          </ac:picMkLst>
        </pc:picChg>
        <pc:picChg chg="add mod">
          <ac:chgData name="Joshua Ngui" userId="a6167923-c110-409b-bad0-723368df3cb1" providerId="ADAL" clId="{9FCC207D-B9BD-4721-B143-34F9122DEF8F}" dt="2025-03-01T09:49:47.351" v="1665"/>
          <ac:picMkLst>
            <pc:docMk/>
            <pc:sldMk cId="26939119" sldId="258"/>
            <ac:picMk id="29" creationId="{30E16840-039D-70A0-70C2-FFD3AE4D1F42}"/>
          </ac:picMkLst>
        </pc:picChg>
        <pc:picChg chg="add mod">
          <ac:chgData name="Joshua Ngui" userId="a6167923-c110-409b-bad0-723368df3cb1" providerId="ADAL" clId="{9FCC207D-B9BD-4721-B143-34F9122DEF8F}" dt="2025-03-01T09:49:47.351" v="1665"/>
          <ac:picMkLst>
            <pc:docMk/>
            <pc:sldMk cId="26939119" sldId="258"/>
            <ac:picMk id="30" creationId="{57FFA964-535B-7E78-B7A1-16B4BC6D4BBF}"/>
          </ac:picMkLst>
        </pc:picChg>
        <pc:picChg chg="add mod">
          <ac:chgData name="Joshua Ngui" userId="a6167923-c110-409b-bad0-723368df3cb1" providerId="ADAL" clId="{9FCC207D-B9BD-4721-B143-34F9122DEF8F}" dt="2025-03-02T18:12:08.925" v="2000" actId="688"/>
          <ac:picMkLst>
            <pc:docMk/>
            <pc:sldMk cId="26939119" sldId="258"/>
            <ac:picMk id="31" creationId="{5B8DE75D-8263-5F3F-A3F2-69629F8F6CFA}"/>
          </ac:picMkLst>
        </pc:picChg>
        <pc:picChg chg="add mod">
          <ac:chgData name="Joshua Ngui" userId="a6167923-c110-409b-bad0-723368df3cb1" providerId="ADAL" clId="{9FCC207D-B9BD-4721-B143-34F9122DEF8F}" dt="2025-03-02T18:13:14.246" v="2061"/>
          <ac:picMkLst>
            <pc:docMk/>
            <pc:sldMk cId="26939119" sldId="258"/>
            <ac:picMk id="33" creationId="{A77BFAEA-5B5D-9002-A1B9-C44F7C12E6EA}"/>
          </ac:picMkLst>
        </pc:picChg>
        <pc:picChg chg="add mod">
          <ac:chgData name="Joshua Ngui" userId="a6167923-c110-409b-bad0-723368df3cb1" providerId="ADAL" clId="{9FCC207D-B9BD-4721-B143-34F9122DEF8F}" dt="2025-03-02T18:14:01.214" v="2068" actId="1076"/>
          <ac:picMkLst>
            <pc:docMk/>
            <pc:sldMk cId="26939119" sldId="258"/>
            <ac:picMk id="35" creationId="{44C140E5-A910-6FD4-9CFF-03F9158F6B00}"/>
          </ac:picMkLst>
        </pc:picChg>
        <pc:picChg chg="add mod">
          <ac:chgData name="Joshua Ngui" userId="a6167923-c110-409b-bad0-723368df3cb1" providerId="ADAL" clId="{9FCC207D-B9BD-4721-B143-34F9122DEF8F}" dt="2025-03-02T18:14:39.626" v="2071" actId="1076"/>
          <ac:picMkLst>
            <pc:docMk/>
            <pc:sldMk cId="26939119" sldId="258"/>
            <ac:picMk id="37" creationId="{DBDA5171-C777-5F1D-5EAB-DA8CD9C61A26}"/>
          </ac:picMkLst>
        </pc:picChg>
      </pc:sldChg>
      <pc:sldChg chg="addSp delSp modSp new del mod modAnim modNotesTx">
        <pc:chgData name="Joshua Ngui" userId="a6167923-c110-409b-bad0-723368df3cb1" providerId="ADAL" clId="{9FCC207D-B9BD-4721-B143-34F9122DEF8F}" dt="2025-03-02T17:56:29.394" v="1787" actId="47"/>
        <pc:sldMkLst>
          <pc:docMk/>
          <pc:sldMk cId="2254140008" sldId="259"/>
        </pc:sldMkLst>
        <pc:spChg chg="add del mod">
          <ac:chgData name="Joshua Ngui" userId="a6167923-c110-409b-bad0-723368df3cb1" providerId="ADAL" clId="{9FCC207D-B9BD-4721-B143-34F9122DEF8F}" dt="2025-03-01T07:38:20.387" v="950" actId="21"/>
          <ac:spMkLst>
            <pc:docMk/>
            <pc:sldMk cId="2254140008" sldId="259"/>
            <ac:spMk id="6" creationId="{CBEF2271-DA56-79CD-4071-7E14E1EAEB84}"/>
          </ac:spMkLst>
        </pc:spChg>
        <pc:spChg chg="add mod">
          <ac:chgData name="Joshua Ngui" userId="a6167923-c110-409b-bad0-723368df3cb1" providerId="ADAL" clId="{9FCC207D-B9BD-4721-B143-34F9122DEF8F}" dt="2025-03-01T07:38:57.920" v="954"/>
          <ac:spMkLst>
            <pc:docMk/>
            <pc:sldMk cId="2254140008" sldId="259"/>
            <ac:spMk id="7" creationId="{5C7F516E-BF56-EB64-2D8D-13BCFE48FC3C}"/>
          </ac:spMkLst>
        </pc:spChg>
        <pc:spChg chg="add mod">
          <ac:chgData name="Joshua Ngui" userId="a6167923-c110-409b-bad0-723368df3cb1" providerId="ADAL" clId="{9FCC207D-B9BD-4721-B143-34F9122DEF8F}" dt="2025-03-01T09:52:33.395" v="1694" actId="20577"/>
          <ac:spMkLst>
            <pc:docMk/>
            <pc:sldMk cId="2254140008" sldId="259"/>
            <ac:spMk id="8" creationId="{70CF32F6-3597-3C64-EEBD-5FBAC1B4340D}"/>
          </ac:spMkLst>
        </pc:spChg>
        <pc:spChg chg="add mod">
          <ac:chgData name="Joshua Ngui" userId="a6167923-c110-409b-bad0-723368df3cb1" providerId="ADAL" clId="{9FCC207D-B9BD-4721-B143-34F9122DEF8F}" dt="2025-03-01T09:38:18.137" v="1618" actId="1076"/>
          <ac:spMkLst>
            <pc:docMk/>
            <pc:sldMk cId="2254140008" sldId="259"/>
            <ac:spMk id="9" creationId="{D20913D7-639A-4B23-BCC1-F5A70569204F}"/>
          </ac:spMkLst>
        </pc:spChg>
        <pc:spChg chg="add mod">
          <ac:chgData name="Joshua Ngui" userId="a6167923-c110-409b-bad0-723368df3cb1" providerId="ADAL" clId="{9FCC207D-B9BD-4721-B143-34F9122DEF8F}" dt="2025-03-01T09:38:20.747" v="1619" actId="1076"/>
          <ac:spMkLst>
            <pc:docMk/>
            <pc:sldMk cId="2254140008" sldId="259"/>
            <ac:spMk id="10" creationId="{2DFA0180-6C83-18B8-B862-9B2273BEB520}"/>
          </ac:spMkLst>
        </pc:spChg>
        <pc:spChg chg="add mod">
          <ac:chgData name="Joshua Ngui" userId="a6167923-c110-409b-bad0-723368df3cb1" providerId="ADAL" clId="{9FCC207D-B9BD-4721-B143-34F9122DEF8F}" dt="2025-03-01T09:50:44.530" v="1682" actId="1076"/>
          <ac:spMkLst>
            <pc:docMk/>
            <pc:sldMk cId="2254140008" sldId="259"/>
            <ac:spMk id="29" creationId="{54A9A69D-9C41-19CF-0A0E-4E89961F8E8D}"/>
          </ac:spMkLst>
        </pc:spChg>
        <pc:picChg chg="add mod">
          <ac:chgData name="Joshua Ngui" userId="a6167923-c110-409b-bad0-723368df3cb1" providerId="ADAL" clId="{9FCC207D-B9BD-4721-B143-34F9122DEF8F}" dt="2025-03-01T09:24:29.458" v="1616"/>
          <ac:picMkLst>
            <pc:docMk/>
            <pc:sldMk cId="2254140008" sldId="259"/>
            <ac:picMk id="11" creationId="{D56F2B87-3E8B-5F8D-77B8-491F6FDCCC33}"/>
          </ac:picMkLst>
        </pc:picChg>
        <pc:picChg chg="add mod">
          <ac:chgData name="Joshua Ngui" userId="a6167923-c110-409b-bad0-723368df3cb1" providerId="ADAL" clId="{9FCC207D-B9BD-4721-B143-34F9122DEF8F}" dt="2025-03-01T09:24:29.458" v="1616"/>
          <ac:picMkLst>
            <pc:docMk/>
            <pc:sldMk cId="2254140008" sldId="259"/>
            <ac:picMk id="12" creationId="{D9C9C9A8-BCA3-797A-E1D1-3C9D2B698CE2}"/>
          </ac:picMkLst>
        </pc:picChg>
        <pc:picChg chg="add mod">
          <ac:chgData name="Joshua Ngui" userId="a6167923-c110-409b-bad0-723368df3cb1" providerId="ADAL" clId="{9FCC207D-B9BD-4721-B143-34F9122DEF8F}" dt="2025-03-01T09:24:29.458" v="1616"/>
          <ac:picMkLst>
            <pc:docMk/>
            <pc:sldMk cId="2254140008" sldId="259"/>
            <ac:picMk id="13" creationId="{32D22331-C104-09AC-F706-2619A3A6066C}"/>
          </ac:picMkLst>
        </pc:picChg>
        <pc:picChg chg="add mod">
          <ac:chgData name="Joshua Ngui" userId="a6167923-c110-409b-bad0-723368df3cb1" providerId="ADAL" clId="{9FCC207D-B9BD-4721-B143-34F9122DEF8F}" dt="2025-03-01T09:38:13.078" v="1617"/>
          <ac:picMkLst>
            <pc:docMk/>
            <pc:sldMk cId="2254140008" sldId="259"/>
            <ac:picMk id="15" creationId="{7E74C3E9-7D98-F754-BE82-7BB35536793C}"/>
          </ac:picMkLst>
        </pc:picChg>
        <pc:picChg chg="add mod">
          <ac:chgData name="Joshua Ngui" userId="a6167923-c110-409b-bad0-723368df3cb1" providerId="ADAL" clId="{9FCC207D-B9BD-4721-B143-34F9122DEF8F}" dt="2025-03-01T09:38:13.078" v="1617"/>
          <ac:picMkLst>
            <pc:docMk/>
            <pc:sldMk cId="2254140008" sldId="259"/>
            <ac:picMk id="16" creationId="{614DE49F-B7B0-A2CA-5711-EA342AAA99F7}"/>
          </ac:picMkLst>
        </pc:picChg>
        <pc:picChg chg="add mod">
          <ac:chgData name="Joshua Ngui" userId="a6167923-c110-409b-bad0-723368df3cb1" providerId="ADAL" clId="{9FCC207D-B9BD-4721-B143-34F9122DEF8F}" dt="2025-03-01T09:38:13.078" v="1617"/>
          <ac:picMkLst>
            <pc:docMk/>
            <pc:sldMk cId="2254140008" sldId="259"/>
            <ac:picMk id="17" creationId="{8CA7631E-8D64-24CB-5E05-817796D493E6}"/>
          </ac:picMkLst>
        </pc:picChg>
        <pc:picChg chg="add mod">
          <ac:chgData name="Joshua Ngui" userId="a6167923-c110-409b-bad0-723368df3cb1" providerId="ADAL" clId="{9FCC207D-B9BD-4721-B143-34F9122DEF8F}" dt="2025-03-01T09:38:13.078" v="1617"/>
          <ac:picMkLst>
            <pc:docMk/>
            <pc:sldMk cId="2254140008" sldId="259"/>
            <ac:picMk id="18" creationId="{42989369-CB0C-5C8E-29EA-D545B202220A}"/>
          </ac:picMkLst>
        </pc:picChg>
        <pc:picChg chg="add mod">
          <ac:chgData name="Joshua Ngui" userId="a6167923-c110-409b-bad0-723368df3cb1" providerId="ADAL" clId="{9FCC207D-B9BD-4721-B143-34F9122DEF8F}" dt="2025-03-01T09:38:13.078" v="1617"/>
          <ac:picMkLst>
            <pc:docMk/>
            <pc:sldMk cId="2254140008" sldId="259"/>
            <ac:picMk id="19" creationId="{3F6F2FB4-AED2-3FF3-0E15-434FCEC583FE}"/>
          </ac:picMkLst>
        </pc:picChg>
        <pc:picChg chg="add mod">
          <ac:chgData name="Joshua Ngui" userId="a6167923-c110-409b-bad0-723368df3cb1" providerId="ADAL" clId="{9FCC207D-B9BD-4721-B143-34F9122DEF8F}" dt="2025-03-01T09:38:13.078" v="1617"/>
          <ac:picMkLst>
            <pc:docMk/>
            <pc:sldMk cId="2254140008" sldId="259"/>
            <ac:picMk id="20" creationId="{BB325FD1-1CB7-C62A-DC05-F3EA7295068B}"/>
          </ac:picMkLst>
        </pc:picChg>
        <pc:picChg chg="add mod">
          <ac:chgData name="Joshua Ngui" userId="a6167923-c110-409b-bad0-723368df3cb1" providerId="ADAL" clId="{9FCC207D-B9BD-4721-B143-34F9122DEF8F}" dt="2025-03-01T09:38:13.078" v="1617"/>
          <ac:picMkLst>
            <pc:docMk/>
            <pc:sldMk cId="2254140008" sldId="259"/>
            <ac:picMk id="21" creationId="{5DF0B692-F773-3402-F4F7-402C3601C9CB}"/>
          </ac:picMkLst>
        </pc:picChg>
        <pc:picChg chg="add mod">
          <ac:chgData name="Joshua Ngui" userId="a6167923-c110-409b-bad0-723368df3cb1" providerId="ADAL" clId="{9FCC207D-B9BD-4721-B143-34F9122DEF8F}" dt="2025-03-01T09:38:13.078" v="1617"/>
          <ac:picMkLst>
            <pc:docMk/>
            <pc:sldMk cId="2254140008" sldId="259"/>
            <ac:picMk id="22" creationId="{7FF42B33-4526-C14F-FD2E-4B27A3F2C5C1}"/>
          </ac:picMkLst>
        </pc:picChg>
        <pc:picChg chg="add mod">
          <ac:chgData name="Joshua Ngui" userId="a6167923-c110-409b-bad0-723368df3cb1" providerId="ADAL" clId="{9FCC207D-B9BD-4721-B143-34F9122DEF8F}" dt="2025-03-01T09:38:13.078" v="1617"/>
          <ac:picMkLst>
            <pc:docMk/>
            <pc:sldMk cId="2254140008" sldId="259"/>
            <ac:picMk id="23" creationId="{6C23E423-2FE0-98E3-C3F7-64F28B1325E1}"/>
          </ac:picMkLst>
        </pc:picChg>
        <pc:picChg chg="add del mod">
          <ac:chgData name="Joshua Ngui" userId="a6167923-c110-409b-bad0-723368df3cb1" providerId="ADAL" clId="{9FCC207D-B9BD-4721-B143-34F9122DEF8F}" dt="2025-03-01T09:47:15.686" v="1645" actId="478"/>
          <ac:picMkLst>
            <pc:docMk/>
            <pc:sldMk cId="2254140008" sldId="259"/>
            <ac:picMk id="24" creationId="{A88AB22C-321A-83BA-9012-24481BA323D8}"/>
          </ac:picMkLst>
        </pc:picChg>
        <pc:picChg chg="add mod">
          <ac:chgData name="Joshua Ngui" userId="a6167923-c110-409b-bad0-723368df3cb1" providerId="ADAL" clId="{9FCC207D-B9BD-4721-B143-34F9122DEF8F}" dt="2025-03-01T09:39:09.267" v="1625" actId="1076"/>
          <ac:picMkLst>
            <pc:docMk/>
            <pc:sldMk cId="2254140008" sldId="259"/>
            <ac:picMk id="26" creationId="{CA4BD358-6A6D-2665-3CE9-18D1C7BFDFDB}"/>
          </ac:picMkLst>
        </pc:picChg>
        <pc:picChg chg="add del mod">
          <ac:chgData name="Joshua Ngui" userId="a6167923-c110-409b-bad0-723368df3cb1" providerId="ADAL" clId="{9FCC207D-B9BD-4721-B143-34F9122DEF8F}" dt="2025-03-01T09:47:24.964" v="1650" actId="478"/>
          <ac:picMkLst>
            <pc:docMk/>
            <pc:sldMk cId="2254140008" sldId="259"/>
            <ac:picMk id="27" creationId="{0167EA8F-12DD-DFFD-2617-08B9ACEF2DC0}"/>
          </ac:picMkLst>
        </pc:picChg>
        <pc:picChg chg="add mod">
          <ac:chgData name="Joshua Ngui" userId="a6167923-c110-409b-bad0-723368df3cb1" providerId="ADAL" clId="{9FCC207D-B9BD-4721-B143-34F9122DEF8F}" dt="2025-03-01T09:47:28.943" v="1651"/>
          <ac:picMkLst>
            <pc:docMk/>
            <pc:sldMk cId="2254140008" sldId="259"/>
            <ac:picMk id="28" creationId="{E473055C-7F0F-DF38-C8BF-2AE4C0AC77C3}"/>
          </ac:picMkLst>
        </pc:picChg>
        <pc:picChg chg="add mod">
          <ac:chgData name="Joshua Ngui" userId="a6167923-c110-409b-bad0-723368df3cb1" providerId="ADAL" clId="{9FCC207D-B9BD-4721-B143-34F9122DEF8F}" dt="2025-03-01T09:50:56.985" v="1683"/>
          <ac:picMkLst>
            <pc:docMk/>
            <pc:sldMk cId="2254140008" sldId="259"/>
            <ac:picMk id="30" creationId="{82E7AED1-4D24-7F83-9B6A-161CB9884F93}"/>
          </ac:picMkLst>
        </pc:picChg>
        <pc:picChg chg="add mod">
          <ac:chgData name="Joshua Ngui" userId="a6167923-c110-409b-bad0-723368df3cb1" providerId="ADAL" clId="{9FCC207D-B9BD-4721-B143-34F9122DEF8F}" dt="2025-03-01T09:50:56.985" v="1683"/>
          <ac:picMkLst>
            <pc:docMk/>
            <pc:sldMk cId="2254140008" sldId="259"/>
            <ac:picMk id="31" creationId="{6114A22D-ABF2-6237-410E-D8EFA0F15477}"/>
          </ac:picMkLst>
        </pc:picChg>
        <pc:picChg chg="add mod">
          <ac:chgData name="Joshua Ngui" userId="a6167923-c110-409b-bad0-723368df3cb1" providerId="ADAL" clId="{9FCC207D-B9BD-4721-B143-34F9122DEF8F}" dt="2025-03-01T09:50:56.985" v="1683"/>
          <ac:picMkLst>
            <pc:docMk/>
            <pc:sldMk cId="2254140008" sldId="259"/>
            <ac:picMk id="32" creationId="{2F396335-386F-6058-6062-4EC624FFDE0E}"/>
          </ac:picMkLst>
        </pc:picChg>
        <pc:picChg chg="add mod">
          <ac:chgData name="Joshua Ngui" userId="a6167923-c110-409b-bad0-723368df3cb1" providerId="ADAL" clId="{9FCC207D-B9BD-4721-B143-34F9122DEF8F}" dt="2025-03-01T09:53:21.969" v="1696"/>
          <ac:picMkLst>
            <pc:docMk/>
            <pc:sldMk cId="2254140008" sldId="259"/>
            <ac:picMk id="33" creationId="{D7DE6AB3-E2E8-75A4-ABD2-F93361C87045}"/>
          </ac:picMkLst>
        </pc:picChg>
        <pc:picChg chg="add mod">
          <ac:chgData name="Joshua Ngui" userId="a6167923-c110-409b-bad0-723368df3cb1" providerId="ADAL" clId="{9FCC207D-B9BD-4721-B143-34F9122DEF8F}" dt="2025-03-01T09:53:38.015" v="1699" actId="1076"/>
          <ac:picMkLst>
            <pc:docMk/>
            <pc:sldMk cId="2254140008" sldId="259"/>
            <ac:picMk id="34" creationId="{32936D8A-66C0-4D39-F3F3-81B8D14D048A}"/>
          </ac:picMkLst>
        </pc:picChg>
      </pc:sldChg>
      <pc:sldChg chg="addSp modSp new del mod modAnim modNotesTx">
        <pc:chgData name="Joshua Ngui" userId="a6167923-c110-409b-bad0-723368df3cb1" providerId="ADAL" clId="{9FCC207D-B9BD-4721-B143-34F9122DEF8F}" dt="2025-03-02T17:56:26.949" v="1786" actId="47"/>
        <pc:sldMkLst>
          <pc:docMk/>
          <pc:sldMk cId="3394756282" sldId="260"/>
        </pc:sldMkLst>
        <pc:spChg chg="add mod">
          <ac:chgData name="Joshua Ngui" userId="a6167923-c110-409b-bad0-723368df3cb1" providerId="ADAL" clId="{9FCC207D-B9BD-4721-B143-34F9122DEF8F}" dt="2025-03-01T09:57:08.591" v="1765" actId="1076"/>
          <ac:spMkLst>
            <pc:docMk/>
            <pc:sldMk cId="3394756282" sldId="260"/>
            <ac:spMk id="6" creationId="{EB4BDFB8-1225-7D99-7E4E-539997FD8263}"/>
          </ac:spMkLst>
        </pc:spChg>
        <pc:spChg chg="add mod">
          <ac:chgData name="Joshua Ngui" userId="a6167923-c110-409b-bad0-723368df3cb1" providerId="ADAL" clId="{9FCC207D-B9BD-4721-B143-34F9122DEF8F}" dt="2025-03-01T09:54:54.088" v="1732" actId="1076"/>
          <ac:spMkLst>
            <pc:docMk/>
            <pc:sldMk cId="3394756282" sldId="260"/>
            <ac:spMk id="7" creationId="{80A3EB68-8FA4-9AF6-52E3-FEDEF3370F1A}"/>
          </ac:spMkLst>
        </pc:spChg>
        <pc:spChg chg="add mod">
          <ac:chgData name="Joshua Ngui" userId="a6167923-c110-409b-bad0-723368df3cb1" providerId="ADAL" clId="{9FCC207D-B9BD-4721-B143-34F9122DEF8F}" dt="2025-03-01T07:47:55.640" v="1095" actId="20577"/>
          <ac:spMkLst>
            <pc:docMk/>
            <pc:sldMk cId="3394756282" sldId="260"/>
            <ac:spMk id="8" creationId="{90B01E91-1541-8DB5-ADC8-F4305DEF0FE1}"/>
          </ac:spMkLst>
        </pc:spChg>
        <pc:spChg chg="add mod">
          <ac:chgData name="Joshua Ngui" userId="a6167923-c110-409b-bad0-723368df3cb1" providerId="ADAL" clId="{9FCC207D-B9BD-4721-B143-34F9122DEF8F}" dt="2025-03-01T09:54:44.003" v="1729" actId="1076"/>
          <ac:spMkLst>
            <pc:docMk/>
            <pc:sldMk cId="3394756282" sldId="260"/>
            <ac:spMk id="9" creationId="{A46BA970-A7CD-B7AC-A9E9-BF4C5A177922}"/>
          </ac:spMkLst>
        </pc:spChg>
        <pc:spChg chg="add mod">
          <ac:chgData name="Joshua Ngui" userId="a6167923-c110-409b-bad0-723368df3cb1" providerId="ADAL" clId="{9FCC207D-B9BD-4721-B143-34F9122DEF8F}" dt="2025-03-01T09:54:51.573" v="1731" actId="1076"/>
          <ac:spMkLst>
            <pc:docMk/>
            <pc:sldMk cId="3394756282" sldId="260"/>
            <ac:spMk id="10" creationId="{F345B33B-C7D1-F736-4547-D56F6630A21E}"/>
          </ac:spMkLst>
        </pc:spChg>
        <pc:spChg chg="add mod">
          <ac:chgData name="Joshua Ngui" userId="a6167923-c110-409b-bad0-723368df3cb1" providerId="ADAL" clId="{9FCC207D-B9BD-4721-B143-34F9122DEF8F}" dt="2025-03-01T09:54:20.407" v="1727" actId="20577"/>
          <ac:spMkLst>
            <pc:docMk/>
            <pc:sldMk cId="3394756282" sldId="260"/>
            <ac:spMk id="11" creationId="{13B44FAF-4384-CBC1-C496-8FA5908FEBB5}"/>
          </ac:spMkLst>
        </pc:spChg>
        <pc:picChg chg="add mod">
          <ac:chgData name="Joshua Ngui" userId="a6167923-c110-409b-bad0-723368df3cb1" providerId="ADAL" clId="{9FCC207D-B9BD-4721-B143-34F9122DEF8F}" dt="2025-03-01T09:54:39.026" v="1728"/>
          <ac:picMkLst>
            <pc:docMk/>
            <pc:sldMk cId="3394756282" sldId="260"/>
            <ac:picMk id="12" creationId="{770EA44D-41D4-F074-B62C-658D57745455}"/>
          </ac:picMkLst>
        </pc:picChg>
        <pc:picChg chg="add mod">
          <ac:chgData name="Joshua Ngui" userId="a6167923-c110-409b-bad0-723368df3cb1" providerId="ADAL" clId="{9FCC207D-B9BD-4721-B143-34F9122DEF8F}" dt="2025-03-01T09:54:39.026" v="1728"/>
          <ac:picMkLst>
            <pc:docMk/>
            <pc:sldMk cId="3394756282" sldId="260"/>
            <ac:picMk id="13" creationId="{F2909763-D4E3-5D49-CBB4-F0145D8C9E19}"/>
          </ac:picMkLst>
        </pc:picChg>
        <pc:picChg chg="add mod">
          <ac:chgData name="Joshua Ngui" userId="a6167923-c110-409b-bad0-723368df3cb1" providerId="ADAL" clId="{9FCC207D-B9BD-4721-B143-34F9122DEF8F}" dt="2025-03-01T09:54:39.026" v="1728"/>
          <ac:picMkLst>
            <pc:docMk/>
            <pc:sldMk cId="3394756282" sldId="260"/>
            <ac:picMk id="14" creationId="{E1B0F5CA-8CE0-7546-632B-7EDB55D1ECEB}"/>
          </ac:picMkLst>
        </pc:picChg>
        <pc:picChg chg="add mod">
          <ac:chgData name="Joshua Ngui" userId="a6167923-c110-409b-bad0-723368df3cb1" providerId="ADAL" clId="{9FCC207D-B9BD-4721-B143-34F9122DEF8F}" dt="2025-03-01T09:54:39.026" v="1728"/>
          <ac:picMkLst>
            <pc:docMk/>
            <pc:sldMk cId="3394756282" sldId="260"/>
            <ac:picMk id="15" creationId="{840D9448-DC6F-547C-6215-76AA72F060C2}"/>
          </ac:picMkLst>
        </pc:picChg>
        <pc:picChg chg="add mod">
          <ac:chgData name="Joshua Ngui" userId="a6167923-c110-409b-bad0-723368df3cb1" providerId="ADAL" clId="{9FCC207D-B9BD-4721-B143-34F9122DEF8F}" dt="2025-03-01T09:54:39.026" v="1728"/>
          <ac:picMkLst>
            <pc:docMk/>
            <pc:sldMk cId="3394756282" sldId="260"/>
            <ac:picMk id="16" creationId="{6051EB3D-1600-7C07-F328-40551BFFD09F}"/>
          </ac:picMkLst>
        </pc:picChg>
        <pc:picChg chg="add mod">
          <ac:chgData name="Joshua Ngui" userId="a6167923-c110-409b-bad0-723368df3cb1" providerId="ADAL" clId="{9FCC207D-B9BD-4721-B143-34F9122DEF8F}" dt="2025-03-01T09:54:39.026" v="1728"/>
          <ac:picMkLst>
            <pc:docMk/>
            <pc:sldMk cId="3394756282" sldId="260"/>
            <ac:picMk id="17" creationId="{DDBB6600-3804-5E37-F164-609E46C834BF}"/>
          </ac:picMkLst>
        </pc:picChg>
        <pc:picChg chg="add mod">
          <ac:chgData name="Joshua Ngui" userId="a6167923-c110-409b-bad0-723368df3cb1" providerId="ADAL" clId="{9FCC207D-B9BD-4721-B143-34F9122DEF8F}" dt="2025-03-01T09:54:39.026" v="1728"/>
          <ac:picMkLst>
            <pc:docMk/>
            <pc:sldMk cId="3394756282" sldId="260"/>
            <ac:picMk id="18" creationId="{50AF7A20-23CB-82C6-B4A9-E911B27A6535}"/>
          </ac:picMkLst>
        </pc:picChg>
        <pc:picChg chg="add mod">
          <ac:chgData name="Joshua Ngui" userId="a6167923-c110-409b-bad0-723368df3cb1" providerId="ADAL" clId="{9FCC207D-B9BD-4721-B143-34F9122DEF8F}" dt="2025-03-01T09:54:39.026" v="1728"/>
          <ac:picMkLst>
            <pc:docMk/>
            <pc:sldMk cId="3394756282" sldId="260"/>
            <ac:picMk id="19" creationId="{E5B1CF11-9862-8D05-40B8-DDF5C521D240}"/>
          </ac:picMkLst>
        </pc:picChg>
        <pc:picChg chg="add mod">
          <ac:chgData name="Joshua Ngui" userId="a6167923-c110-409b-bad0-723368df3cb1" providerId="ADAL" clId="{9FCC207D-B9BD-4721-B143-34F9122DEF8F}" dt="2025-03-01T09:54:39.026" v="1728"/>
          <ac:picMkLst>
            <pc:docMk/>
            <pc:sldMk cId="3394756282" sldId="260"/>
            <ac:picMk id="21" creationId="{7A16672D-0BC0-CE45-645A-771AA6F97E65}"/>
          </ac:picMkLst>
        </pc:picChg>
        <pc:picChg chg="add mod">
          <ac:chgData name="Joshua Ngui" userId="a6167923-c110-409b-bad0-723368df3cb1" providerId="ADAL" clId="{9FCC207D-B9BD-4721-B143-34F9122DEF8F}" dt="2025-03-01T09:54:39.026" v="1728"/>
          <ac:picMkLst>
            <pc:docMk/>
            <pc:sldMk cId="3394756282" sldId="260"/>
            <ac:picMk id="22" creationId="{AF177904-E018-D5AE-30FD-5933A3E70653}"/>
          </ac:picMkLst>
        </pc:picChg>
        <pc:picChg chg="add mod">
          <ac:chgData name="Joshua Ngui" userId="a6167923-c110-409b-bad0-723368df3cb1" providerId="ADAL" clId="{9FCC207D-B9BD-4721-B143-34F9122DEF8F}" dt="2025-03-01T09:55:00.645" v="1733"/>
          <ac:picMkLst>
            <pc:docMk/>
            <pc:sldMk cId="3394756282" sldId="260"/>
            <ac:picMk id="23" creationId="{7361DFDB-A377-972A-ECAE-65713446968E}"/>
          </ac:picMkLst>
        </pc:picChg>
        <pc:picChg chg="add mod">
          <ac:chgData name="Joshua Ngui" userId="a6167923-c110-409b-bad0-723368df3cb1" providerId="ADAL" clId="{9FCC207D-B9BD-4721-B143-34F9122DEF8F}" dt="2025-03-01T09:55:00.645" v="1733"/>
          <ac:picMkLst>
            <pc:docMk/>
            <pc:sldMk cId="3394756282" sldId="260"/>
            <ac:picMk id="24" creationId="{A07438D0-FFDB-F65C-AA8F-3937CD15895F}"/>
          </ac:picMkLst>
        </pc:picChg>
        <pc:picChg chg="add mod">
          <ac:chgData name="Joshua Ngui" userId="a6167923-c110-409b-bad0-723368df3cb1" providerId="ADAL" clId="{9FCC207D-B9BD-4721-B143-34F9122DEF8F}" dt="2025-03-01T09:55:00.645" v="1733"/>
          <ac:picMkLst>
            <pc:docMk/>
            <pc:sldMk cId="3394756282" sldId="260"/>
            <ac:picMk id="25" creationId="{25920772-6ED3-5F27-6F51-BDEC510557B4}"/>
          </ac:picMkLst>
        </pc:picChg>
        <pc:picChg chg="add mod">
          <ac:chgData name="Joshua Ngui" userId="a6167923-c110-409b-bad0-723368df3cb1" providerId="ADAL" clId="{9FCC207D-B9BD-4721-B143-34F9122DEF8F}" dt="2025-03-01T09:55:31.762" v="1737" actId="1076"/>
          <ac:picMkLst>
            <pc:docMk/>
            <pc:sldMk cId="3394756282" sldId="260"/>
            <ac:picMk id="26" creationId="{37430898-1FEE-9E87-63F8-4AA5E5672501}"/>
          </ac:picMkLst>
        </pc:picChg>
        <pc:picChg chg="add mod">
          <ac:chgData name="Joshua Ngui" userId="a6167923-c110-409b-bad0-723368df3cb1" providerId="ADAL" clId="{9FCC207D-B9BD-4721-B143-34F9122DEF8F}" dt="2025-03-01T09:57:56.964" v="1770"/>
          <ac:picMkLst>
            <pc:docMk/>
            <pc:sldMk cId="3394756282" sldId="260"/>
            <ac:picMk id="27" creationId="{8236C2E8-C091-981F-A35A-8032A6B461C1}"/>
          </ac:picMkLst>
        </pc:picChg>
        <pc:picChg chg="add mod">
          <ac:chgData name="Joshua Ngui" userId="a6167923-c110-409b-bad0-723368df3cb1" providerId="ADAL" clId="{9FCC207D-B9BD-4721-B143-34F9122DEF8F}" dt="2025-03-01T09:57:56.964" v="1770"/>
          <ac:picMkLst>
            <pc:docMk/>
            <pc:sldMk cId="3394756282" sldId="260"/>
            <ac:picMk id="28" creationId="{96969E13-D5FE-FF16-5D3D-4F2DBD7589A5}"/>
          </ac:picMkLst>
        </pc:picChg>
        <pc:picChg chg="add mod">
          <ac:chgData name="Joshua Ngui" userId="a6167923-c110-409b-bad0-723368df3cb1" providerId="ADAL" clId="{9FCC207D-B9BD-4721-B143-34F9122DEF8F}" dt="2025-03-01T09:57:56.964" v="1770"/>
          <ac:picMkLst>
            <pc:docMk/>
            <pc:sldMk cId="3394756282" sldId="260"/>
            <ac:picMk id="29" creationId="{FF7141AE-5AFB-5DF0-E896-3C04195FC7E8}"/>
          </ac:picMkLst>
        </pc:picChg>
        <pc:picChg chg="add mod">
          <ac:chgData name="Joshua Ngui" userId="a6167923-c110-409b-bad0-723368df3cb1" providerId="ADAL" clId="{9FCC207D-B9BD-4721-B143-34F9122DEF8F}" dt="2025-03-01T09:59:01.937" v="1778" actId="1076"/>
          <ac:picMkLst>
            <pc:docMk/>
            <pc:sldMk cId="3394756282" sldId="260"/>
            <ac:picMk id="31" creationId="{682A79BE-5576-E63E-D7DC-0FF737720D12}"/>
          </ac:picMkLst>
        </pc:picChg>
        <pc:picChg chg="add mod">
          <ac:chgData name="Joshua Ngui" userId="a6167923-c110-409b-bad0-723368df3cb1" providerId="ADAL" clId="{9FCC207D-B9BD-4721-B143-34F9122DEF8F}" dt="2025-03-01T10:01:43.649" v="1783"/>
          <ac:picMkLst>
            <pc:docMk/>
            <pc:sldMk cId="3394756282" sldId="260"/>
            <ac:picMk id="32" creationId="{A2EFB1A1-9B57-BDCB-86E4-68DDF70C2DBD}"/>
          </ac:picMkLst>
        </pc:picChg>
        <pc:picChg chg="add mod">
          <ac:chgData name="Joshua Ngui" userId="a6167923-c110-409b-bad0-723368df3cb1" providerId="ADAL" clId="{9FCC207D-B9BD-4721-B143-34F9122DEF8F}" dt="2025-03-01T10:02:02.762" v="1785"/>
          <ac:picMkLst>
            <pc:docMk/>
            <pc:sldMk cId="3394756282" sldId="260"/>
            <ac:picMk id="33" creationId="{A8B1725E-FE5D-B487-A84A-0D0A530E3107}"/>
          </ac:picMkLst>
        </pc:picChg>
      </pc:sldChg>
      <pc:sldChg chg="add del">
        <pc:chgData name="Joshua Ngui" userId="a6167923-c110-409b-bad0-723368df3cb1" providerId="ADAL" clId="{9FCC207D-B9BD-4721-B143-34F9122DEF8F}" dt="2025-03-01T09:22:19.771" v="1602"/>
        <pc:sldMkLst>
          <pc:docMk/>
          <pc:sldMk cId="3670643376" sldId="261"/>
        </pc:sldMkLst>
      </pc:sldChg>
      <pc:sldMasterChg chg="setBg modSldLayout">
        <pc:chgData name="Joshua Ngui" userId="a6167923-c110-409b-bad0-723368df3cb1" providerId="ADAL" clId="{9FCC207D-B9BD-4721-B143-34F9122DEF8F}" dt="2025-02-26T17:32:27.318" v="21"/>
        <pc:sldMasterMkLst>
          <pc:docMk/>
          <pc:sldMasterMk cId="1132409941" sldId="2147483648"/>
        </pc:sldMasterMkLst>
        <pc:sldLayoutChg chg="setBg">
          <pc:chgData name="Joshua Ngui" userId="a6167923-c110-409b-bad0-723368df3cb1" providerId="ADAL" clId="{9FCC207D-B9BD-4721-B143-34F9122DEF8F}" dt="2025-02-26T17:32:27.318" v="21"/>
          <pc:sldLayoutMkLst>
            <pc:docMk/>
            <pc:sldMasterMk cId="1132409941" sldId="2147483648"/>
            <pc:sldLayoutMk cId="2549237618" sldId="2147483649"/>
          </pc:sldLayoutMkLst>
        </pc:sldLayoutChg>
        <pc:sldLayoutChg chg="setBg">
          <pc:chgData name="Joshua Ngui" userId="a6167923-c110-409b-bad0-723368df3cb1" providerId="ADAL" clId="{9FCC207D-B9BD-4721-B143-34F9122DEF8F}" dt="2025-02-26T17:32:27.318" v="21"/>
          <pc:sldLayoutMkLst>
            <pc:docMk/>
            <pc:sldMasterMk cId="1132409941" sldId="2147483648"/>
            <pc:sldLayoutMk cId="2052644850" sldId="2147483650"/>
          </pc:sldLayoutMkLst>
        </pc:sldLayoutChg>
        <pc:sldLayoutChg chg="setBg">
          <pc:chgData name="Joshua Ngui" userId="a6167923-c110-409b-bad0-723368df3cb1" providerId="ADAL" clId="{9FCC207D-B9BD-4721-B143-34F9122DEF8F}" dt="2025-02-26T17:32:27.318" v="21"/>
          <pc:sldLayoutMkLst>
            <pc:docMk/>
            <pc:sldMasterMk cId="1132409941" sldId="2147483648"/>
            <pc:sldLayoutMk cId="323972313" sldId="2147483651"/>
          </pc:sldLayoutMkLst>
        </pc:sldLayoutChg>
        <pc:sldLayoutChg chg="setBg">
          <pc:chgData name="Joshua Ngui" userId="a6167923-c110-409b-bad0-723368df3cb1" providerId="ADAL" clId="{9FCC207D-B9BD-4721-B143-34F9122DEF8F}" dt="2025-02-26T17:32:27.318" v="21"/>
          <pc:sldLayoutMkLst>
            <pc:docMk/>
            <pc:sldMasterMk cId="1132409941" sldId="2147483648"/>
            <pc:sldLayoutMk cId="3072008" sldId="2147483652"/>
          </pc:sldLayoutMkLst>
        </pc:sldLayoutChg>
        <pc:sldLayoutChg chg="setBg">
          <pc:chgData name="Joshua Ngui" userId="a6167923-c110-409b-bad0-723368df3cb1" providerId="ADAL" clId="{9FCC207D-B9BD-4721-B143-34F9122DEF8F}" dt="2025-02-26T17:32:27.318" v="21"/>
          <pc:sldLayoutMkLst>
            <pc:docMk/>
            <pc:sldMasterMk cId="1132409941" sldId="2147483648"/>
            <pc:sldLayoutMk cId="589298401" sldId="2147483653"/>
          </pc:sldLayoutMkLst>
        </pc:sldLayoutChg>
        <pc:sldLayoutChg chg="setBg">
          <pc:chgData name="Joshua Ngui" userId="a6167923-c110-409b-bad0-723368df3cb1" providerId="ADAL" clId="{9FCC207D-B9BD-4721-B143-34F9122DEF8F}" dt="2025-02-26T17:32:27.318" v="21"/>
          <pc:sldLayoutMkLst>
            <pc:docMk/>
            <pc:sldMasterMk cId="1132409941" sldId="2147483648"/>
            <pc:sldLayoutMk cId="3000119199" sldId="2147483654"/>
          </pc:sldLayoutMkLst>
        </pc:sldLayoutChg>
        <pc:sldLayoutChg chg="setBg">
          <pc:chgData name="Joshua Ngui" userId="a6167923-c110-409b-bad0-723368df3cb1" providerId="ADAL" clId="{9FCC207D-B9BD-4721-B143-34F9122DEF8F}" dt="2025-02-26T17:32:27.318" v="21"/>
          <pc:sldLayoutMkLst>
            <pc:docMk/>
            <pc:sldMasterMk cId="1132409941" sldId="2147483648"/>
            <pc:sldLayoutMk cId="2957195808" sldId="2147483655"/>
          </pc:sldLayoutMkLst>
        </pc:sldLayoutChg>
        <pc:sldLayoutChg chg="setBg">
          <pc:chgData name="Joshua Ngui" userId="a6167923-c110-409b-bad0-723368df3cb1" providerId="ADAL" clId="{9FCC207D-B9BD-4721-B143-34F9122DEF8F}" dt="2025-02-26T17:32:27.318" v="21"/>
          <pc:sldLayoutMkLst>
            <pc:docMk/>
            <pc:sldMasterMk cId="1132409941" sldId="2147483648"/>
            <pc:sldLayoutMk cId="1811651654" sldId="2147483656"/>
          </pc:sldLayoutMkLst>
        </pc:sldLayoutChg>
        <pc:sldLayoutChg chg="setBg">
          <pc:chgData name="Joshua Ngui" userId="a6167923-c110-409b-bad0-723368df3cb1" providerId="ADAL" clId="{9FCC207D-B9BD-4721-B143-34F9122DEF8F}" dt="2025-02-26T17:32:27.318" v="21"/>
          <pc:sldLayoutMkLst>
            <pc:docMk/>
            <pc:sldMasterMk cId="1132409941" sldId="2147483648"/>
            <pc:sldLayoutMk cId="3269953041" sldId="2147483657"/>
          </pc:sldLayoutMkLst>
        </pc:sldLayoutChg>
        <pc:sldLayoutChg chg="setBg">
          <pc:chgData name="Joshua Ngui" userId="a6167923-c110-409b-bad0-723368df3cb1" providerId="ADAL" clId="{9FCC207D-B9BD-4721-B143-34F9122DEF8F}" dt="2025-02-26T17:32:27.318" v="21"/>
          <pc:sldLayoutMkLst>
            <pc:docMk/>
            <pc:sldMasterMk cId="1132409941" sldId="2147483648"/>
            <pc:sldLayoutMk cId="403634207" sldId="2147483658"/>
          </pc:sldLayoutMkLst>
        </pc:sldLayoutChg>
        <pc:sldLayoutChg chg="setBg">
          <pc:chgData name="Joshua Ngui" userId="a6167923-c110-409b-bad0-723368df3cb1" providerId="ADAL" clId="{9FCC207D-B9BD-4721-B143-34F9122DEF8F}" dt="2025-02-26T17:32:27.318" v="21"/>
          <pc:sldLayoutMkLst>
            <pc:docMk/>
            <pc:sldMasterMk cId="1132409941" sldId="2147483648"/>
            <pc:sldLayoutMk cId="4215148765" sldId="2147483659"/>
          </pc:sldLayoutMkLst>
        </pc:sldLayoutChg>
      </pc:sldMasterChg>
      <pc:sldMasterChg chg="setBg modSldLayout">
        <pc:chgData name="Joshua Ngui" userId="a6167923-c110-409b-bad0-723368df3cb1" providerId="ADAL" clId="{9FCC207D-B9BD-4721-B143-34F9122DEF8F}" dt="2025-02-26T17:33:13.099" v="33"/>
        <pc:sldMasterMkLst>
          <pc:docMk/>
          <pc:sldMasterMk cId="4223665527" sldId="2147483660"/>
        </pc:sldMasterMkLst>
        <pc:sldLayoutChg chg="setBg">
          <pc:chgData name="Joshua Ngui" userId="a6167923-c110-409b-bad0-723368df3cb1" providerId="ADAL" clId="{9FCC207D-B9BD-4721-B143-34F9122DEF8F}" dt="2025-02-26T17:33:13.099" v="33"/>
          <pc:sldLayoutMkLst>
            <pc:docMk/>
            <pc:sldMasterMk cId="4223665527" sldId="2147483660"/>
            <pc:sldLayoutMk cId="3729155100" sldId="2147483661"/>
          </pc:sldLayoutMkLst>
        </pc:sldLayoutChg>
        <pc:sldLayoutChg chg="setBg">
          <pc:chgData name="Joshua Ngui" userId="a6167923-c110-409b-bad0-723368df3cb1" providerId="ADAL" clId="{9FCC207D-B9BD-4721-B143-34F9122DEF8F}" dt="2025-02-26T17:33:13.099" v="33"/>
          <pc:sldLayoutMkLst>
            <pc:docMk/>
            <pc:sldMasterMk cId="4223665527" sldId="2147483660"/>
            <pc:sldLayoutMk cId="1563642941" sldId="2147483662"/>
          </pc:sldLayoutMkLst>
        </pc:sldLayoutChg>
        <pc:sldLayoutChg chg="setBg">
          <pc:chgData name="Joshua Ngui" userId="a6167923-c110-409b-bad0-723368df3cb1" providerId="ADAL" clId="{9FCC207D-B9BD-4721-B143-34F9122DEF8F}" dt="2025-02-26T17:33:13.099" v="33"/>
          <pc:sldLayoutMkLst>
            <pc:docMk/>
            <pc:sldMasterMk cId="4223665527" sldId="2147483660"/>
            <pc:sldLayoutMk cId="872392631" sldId="2147483663"/>
          </pc:sldLayoutMkLst>
        </pc:sldLayoutChg>
        <pc:sldLayoutChg chg="setBg">
          <pc:chgData name="Joshua Ngui" userId="a6167923-c110-409b-bad0-723368df3cb1" providerId="ADAL" clId="{9FCC207D-B9BD-4721-B143-34F9122DEF8F}" dt="2025-02-26T17:33:13.099" v="33"/>
          <pc:sldLayoutMkLst>
            <pc:docMk/>
            <pc:sldMasterMk cId="4223665527" sldId="2147483660"/>
            <pc:sldLayoutMk cId="3369449574" sldId="2147483664"/>
          </pc:sldLayoutMkLst>
        </pc:sldLayoutChg>
        <pc:sldLayoutChg chg="setBg">
          <pc:chgData name="Joshua Ngui" userId="a6167923-c110-409b-bad0-723368df3cb1" providerId="ADAL" clId="{9FCC207D-B9BD-4721-B143-34F9122DEF8F}" dt="2025-02-26T17:33:13.099" v="33"/>
          <pc:sldLayoutMkLst>
            <pc:docMk/>
            <pc:sldMasterMk cId="4223665527" sldId="2147483660"/>
            <pc:sldLayoutMk cId="2570507894" sldId="2147483665"/>
          </pc:sldLayoutMkLst>
        </pc:sldLayoutChg>
        <pc:sldLayoutChg chg="setBg">
          <pc:chgData name="Joshua Ngui" userId="a6167923-c110-409b-bad0-723368df3cb1" providerId="ADAL" clId="{9FCC207D-B9BD-4721-B143-34F9122DEF8F}" dt="2025-02-26T17:33:13.099" v="33"/>
          <pc:sldLayoutMkLst>
            <pc:docMk/>
            <pc:sldMasterMk cId="4223665527" sldId="2147483660"/>
            <pc:sldLayoutMk cId="3737099549" sldId="2147483666"/>
          </pc:sldLayoutMkLst>
        </pc:sldLayoutChg>
        <pc:sldLayoutChg chg="setBg">
          <pc:chgData name="Joshua Ngui" userId="a6167923-c110-409b-bad0-723368df3cb1" providerId="ADAL" clId="{9FCC207D-B9BD-4721-B143-34F9122DEF8F}" dt="2025-02-26T17:33:13.099" v="33"/>
          <pc:sldLayoutMkLst>
            <pc:docMk/>
            <pc:sldMasterMk cId="4223665527" sldId="2147483660"/>
            <pc:sldLayoutMk cId="732163613" sldId="2147483667"/>
          </pc:sldLayoutMkLst>
        </pc:sldLayoutChg>
        <pc:sldLayoutChg chg="setBg">
          <pc:chgData name="Joshua Ngui" userId="a6167923-c110-409b-bad0-723368df3cb1" providerId="ADAL" clId="{9FCC207D-B9BD-4721-B143-34F9122DEF8F}" dt="2025-02-26T17:33:13.099" v="33"/>
          <pc:sldLayoutMkLst>
            <pc:docMk/>
            <pc:sldMasterMk cId="4223665527" sldId="2147483660"/>
            <pc:sldLayoutMk cId="1736811087" sldId="2147483668"/>
          </pc:sldLayoutMkLst>
        </pc:sldLayoutChg>
        <pc:sldLayoutChg chg="setBg">
          <pc:chgData name="Joshua Ngui" userId="a6167923-c110-409b-bad0-723368df3cb1" providerId="ADAL" clId="{9FCC207D-B9BD-4721-B143-34F9122DEF8F}" dt="2025-02-26T17:33:13.099" v="33"/>
          <pc:sldLayoutMkLst>
            <pc:docMk/>
            <pc:sldMasterMk cId="4223665527" sldId="2147483660"/>
            <pc:sldLayoutMk cId="2495977561" sldId="2147483669"/>
          </pc:sldLayoutMkLst>
        </pc:sldLayoutChg>
        <pc:sldLayoutChg chg="setBg">
          <pc:chgData name="Joshua Ngui" userId="a6167923-c110-409b-bad0-723368df3cb1" providerId="ADAL" clId="{9FCC207D-B9BD-4721-B143-34F9122DEF8F}" dt="2025-02-26T17:33:13.099" v="33"/>
          <pc:sldLayoutMkLst>
            <pc:docMk/>
            <pc:sldMasterMk cId="4223665527" sldId="2147483660"/>
            <pc:sldLayoutMk cId="748564860" sldId="2147483670"/>
          </pc:sldLayoutMkLst>
        </pc:sldLayoutChg>
        <pc:sldLayoutChg chg="setBg">
          <pc:chgData name="Joshua Ngui" userId="a6167923-c110-409b-bad0-723368df3cb1" providerId="ADAL" clId="{9FCC207D-B9BD-4721-B143-34F9122DEF8F}" dt="2025-02-26T17:33:13.099" v="33"/>
          <pc:sldLayoutMkLst>
            <pc:docMk/>
            <pc:sldMasterMk cId="4223665527" sldId="2147483660"/>
            <pc:sldLayoutMk cId="11479090" sldId="214748367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D54914-A042-434D-919E-547ECC47CF8D}" type="datetimeFigureOut">
              <a:rPr lang="en-US" smtClean="0"/>
              <a:t>3/1/2025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D3ABF-68F3-4F49-A739-E3950DA2A6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9309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dirty="0"/>
              <a:t>START OF ANIMATION</a:t>
            </a:r>
          </a:p>
          <a:p>
            <a:endParaRPr lang="en-US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>
                <a:solidFill>
                  <a:schemeClr val="bg1"/>
                </a:solidFill>
              </a:rPr>
              <a:t>1. Deck is shuffled, then moved offscreen</a:t>
            </a:r>
          </a:p>
          <a:p>
            <a:endParaRPr lang="en-US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>
                <a:solidFill>
                  <a:schemeClr val="bg1"/>
                </a:solidFill>
              </a:rPr>
              <a:t>2. Bets are placed as chips</a:t>
            </a:r>
          </a:p>
          <a:p>
            <a:endParaRPr lang="en-US" b="0" dirty="0"/>
          </a:p>
          <a:p>
            <a:r>
              <a:rPr lang="en-US" b="0" dirty="0">
                <a:solidFill>
                  <a:schemeClr val="bg1"/>
                </a:solidFill>
              </a:rPr>
              <a:t>3. Cards are dealt as follows:</a:t>
            </a:r>
          </a:p>
          <a:p>
            <a:r>
              <a:rPr lang="en-US" b="0" dirty="0">
                <a:solidFill>
                  <a:schemeClr val="bg1"/>
                </a:solidFill>
              </a:rPr>
              <a:t>1: 6, 7; 2: 8, 8; 3: 1, K; 4: J, 2</a:t>
            </a:r>
          </a:p>
          <a:p>
            <a:endParaRPr lang="en-US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>
                <a:solidFill>
                  <a:schemeClr val="bg1"/>
                </a:solidFill>
              </a:rPr>
              <a:t>4. Dealer draws a 6 and a face-down card</a:t>
            </a:r>
          </a:p>
          <a:p>
            <a:endParaRPr lang="en-US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>
                <a:solidFill>
                  <a:schemeClr val="bg1"/>
                </a:solidFill>
              </a:rPr>
              <a:t>5. Player 1 hits, draws a 9 and busts with a value of 22, losing their chips</a:t>
            </a:r>
          </a:p>
          <a:p>
            <a:endParaRPr lang="en-US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>
                <a:solidFill>
                  <a:schemeClr val="bg1"/>
                </a:solidFill>
              </a:rPr>
              <a:t>6. Player 2 hits, draws a 3 and stands with a value of 19</a:t>
            </a:r>
          </a:p>
          <a:p>
            <a:endParaRPr lang="en-US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>
                <a:solidFill>
                  <a:schemeClr val="bg1"/>
                </a:solidFill>
              </a:rPr>
              <a:t>7. The current user is given the option to stand or hit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5D3ABF-68F3-4F49-A739-E3950DA2A62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046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dirty="0"/>
              <a:t>IF THE USER STANDS</a:t>
            </a:r>
          </a:p>
          <a:p>
            <a:endParaRPr lang="en-US" b="0" dirty="0"/>
          </a:p>
          <a:p>
            <a:r>
              <a:rPr lang="en-US" b="0" dirty="0">
                <a:solidFill>
                  <a:schemeClr val="bg1"/>
                </a:solidFill>
              </a:rPr>
              <a:t>1. Player 4 hits, draws a Queen, busts with a value of 22, and loses their bet</a:t>
            </a:r>
          </a:p>
          <a:p>
            <a:endParaRPr lang="en-US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>
                <a:solidFill>
                  <a:schemeClr val="bg1"/>
                </a:solidFill>
              </a:rPr>
              <a:t>2. Dealer flips over the face-down card and reveals an ace, giving a value of 17 and forcing them to stand</a:t>
            </a:r>
          </a:p>
          <a:p>
            <a:endParaRPr lang="en-US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>
                <a:solidFill>
                  <a:schemeClr val="bg1"/>
                </a:solidFill>
              </a:rPr>
              <a:t>3. Player 2, with a total value of 19, receives a payout equal to their bet</a:t>
            </a:r>
          </a:p>
          <a:p>
            <a:endParaRPr lang="en-US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>
                <a:solidFill>
                  <a:schemeClr val="bg1"/>
                </a:solidFill>
              </a:rPr>
              <a:t>4. The user, with a total value of 11, loses their bet</a:t>
            </a:r>
          </a:p>
          <a:p>
            <a:endParaRPr lang="en-US" b="0" dirty="0"/>
          </a:p>
          <a:p>
            <a:r>
              <a:rPr lang="en-US" b="0" dirty="0">
                <a:solidFill>
                  <a:schemeClr val="bg1"/>
                </a:solidFill>
              </a:rPr>
              <a:t>5. A button appears, returning the user to the landing page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5D3ABF-68F3-4F49-A739-E3950DA2A62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144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dirty="0"/>
              <a:t>IF THE USER HITS</a:t>
            </a:r>
          </a:p>
          <a:p>
            <a:endParaRPr lang="en-US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>
                <a:solidFill>
                  <a:schemeClr val="bg1"/>
                </a:solidFill>
              </a:rPr>
              <a:t>1. The user hits and draws a Queen, obtaining a blackjack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="0" dirty="0">
              <a:solidFill>
                <a:schemeClr val="bg1"/>
              </a:solidFill>
            </a:endParaRPr>
          </a:p>
          <a:p>
            <a:r>
              <a:rPr lang="en-US" b="0" dirty="0">
                <a:solidFill>
                  <a:schemeClr val="bg1"/>
                </a:solidFill>
              </a:rPr>
              <a:t>2. Player 4 hits, draws a 5 and stands with a value of 17</a:t>
            </a:r>
          </a:p>
          <a:p>
            <a:endParaRPr lang="en-US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>
                <a:solidFill>
                  <a:schemeClr val="bg1"/>
                </a:solidFill>
              </a:rPr>
              <a:t>3. Dealer flips over the face-down card and reveals an ace, giving a value of 17 and forcing them to stand</a:t>
            </a:r>
          </a:p>
          <a:p>
            <a:endParaRPr lang="en-US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>
                <a:solidFill>
                  <a:schemeClr val="bg1"/>
                </a:solidFill>
              </a:rPr>
              <a:t>4. Player 2, with a total value of 19, receives a payout equal to their bet</a:t>
            </a:r>
          </a:p>
          <a:p>
            <a:endParaRPr lang="en-US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>
                <a:solidFill>
                  <a:schemeClr val="bg1"/>
                </a:solidFill>
              </a:rPr>
              <a:t>5. The user, with a blackjack, receives a payout equal to their bet</a:t>
            </a:r>
          </a:p>
          <a:p>
            <a:endParaRPr lang="en-US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>
                <a:solidFill>
                  <a:schemeClr val="bg1"/>
                </a:solidFill>
              </a:rPr>
              <a:t>6. Player 4, with a value of 17, keeps their bet but receives no payout</a:t>
            </a:r>
          </a:p>
          <a:p>
            <a:endParaRPr lang="en-US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>
                <a:solidFill>
                  <a:schemeClr val="bg1"/>
                </a:solidFill>
              </a:rPr>
              <a:t>7. A button appears, returning the user to the landing page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5D3ABF-68F3-4F49-A739-E3950DA2A62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7096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28800" y="1346836"/>
            <a:ext cx="10972800" cy="2865120"/>
          </a:xfrm>
        </p:spPr>
        <p:txBody>
          <a:bodyPr anchor="b"/>
          <a:lstStyle>
            <a:lvl1pPr algn="ctr"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4322446"/>
            <a:ext cx="10972800" cy="1986914"/>
          </a:xfrm>
        </p:spPr>
        <p:txBody>
          <a:bodyPr/>
          <a:lstStyle>
            <a:lvl1pPr marL="0" indent="0" algn="ctr">
              <a:buNone/>
              <a:defRPr sz="2880"/>
            </a:lvl1pPr>
            <a:lvl2pPr marL="548640" indent="0" algn="ctr">
              <a:buNone/>
              <a:defRPr sz="2400"/>
            </a:lvl2pPr>
            <a:lvl3pPr marL="1097280" indent="0" algn="ctr">
              <a:buNone/>
              <a:defRPr sz="2160"/>
            </a:lvl3pPr>
            <a:lvl4pPr marL="1645920" indent="0" algn="ctr">
              <a:buNone/>
              <a:defRPr sz="1920"/>
            </a:lvl4pPr>
            <a:lvl5pPr marL="2194560" indent="0" algn="ctr">
              <a:buNone/>
              <a:defRPr sz="1920"/>
            </a:lvl5pPr>
            <a:lvl6pPr marL="2743200" indent="0" algn="ctr">
              <a:buNone/>
              <a:defRPr sz="1920"/>
            </a:lvl6pPr>
            <a:lvl7pPr marL="3291840" indent="0" algn="ctr">
              <a:buNone/>
              <a:defRPr sz="1920"/>
            </a:lvl7pPr>
            <a:lvl8pPr marL="3840480" indent="0" algn="ctr">
              <a:buNone/>
              <a:defRPr sz="1920"/>
            </a:lvl8pPr>
            <a:lvl9pPr marL="4389120" indent="0" algn="ctr">
              <a:buNone/>
              <a:defRPr sz="192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5379F7-629D-4C8A-9128-C92781676F24}" type="datetimeFigureOut">
              <a:rPr lang="en-US" smtClean="0"/>
              <a:t>3/1/2025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FCD18-F5EA-417D-B212-CD87F534D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1551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5379F7-629D-4C8A-9128-C92781676F24}" type="datetimeFigureOut">
              <a:rPr lang="en-US" smtClean="0"/>
              <a:t>3/1/2025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FCD18-F5EA-417D-B212-CD87F534D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642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8220" y="2051686"/>
            <a:ext cx="12618720" cy="3423284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8220" y="5507356"/>
            <a:ext cx="12618720" cy="1800224"/>
          </a:xfrm>
        </p:spPr>
        <p:txBody>
          <a:bodyPr/>
          <a:lstStyle>
            <a:lvl1pPr marL="0" indent="0">
              <a:buNone/>
              <a:defRPr sz="2880">
                <a:solidFill>
                  <a:schemeClr val="tx1">
                    <a:tint val="82000"/>
                  </a:schemeClr>
                </a:solidFill>
              </a:defRPr>
            </a:lvl1pPr>
            <a:lvl2pPr marL="54864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2pPr>
            <a:lvl3pPr marL="1097280" indent="0">
              <a:buNone/>
              <a:defRPr sz="2160">
                <a:solidFill>
                  <a:schemeClr val="tx1">
                    <a:tint val="82000"/>
                  </a:schemeClr>
                </a:solidFill>
              </a:defRPr>
            </a:lvl3pPr>
            <a:lvl4pPr marL="164592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4pPr>
            <a:lvl5pPr marL="219456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5pPr>
            <a:lvl6pPr marL="274320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6pPr>
            <a:lvl7pPr marL="329184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7pPr>
            <a:lvl8pPr marL="384048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8pPr>
            <a:lvl9pPr marL="438912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5379F7-629D-4C8A-9128-C92781676F24}" type="datetimeFigureOut">
              <a:rPr lang="en-US" smtClean="0"/>
              <a:t>3/1/2025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FCD18-F5EA-417D-B212-CD87F534D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23926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05840" y="2190750"/>
            <a:ext cx="6217920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06640" y="2190750"/>
            <a:ext cx="6217920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5379F7-629D-4C8A-9128-C92781676F24}" type="datetimeFigureOut">
              <a:rPr lang="en-US" smtClean="0"/>
              <a:t>3/1/2025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FCD18-F5EA-417D-B212-CD87F534D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9449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438150"/>
            <a:ext cx="12618720" cy="15906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7746" y="2017396"/>
            <a:ext cx="6189344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7746" y="3006090"/>
            <a:ext cx="6189344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406640" y="2017396"/>
            <a:ext cx="6219826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06640" y="3006090"/>
            <a:ext cx="6219826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5379F7-629D-4C8A-9128-C92781676F24}" type="datetimeFigureOut">
              <a:rPr lang="en-US" smtClean="0"/>
              <a:t>3/1/2025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FCD18-F5EA-417D-B212-CD87F534D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05078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5379F7-629D-4C8A-9128-C92781676F24}" type="datetimeFigureOut">
              <a:rPr lang="en-US" smtClean="0"/>
              <a:t>3/1/2025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FCD18-F5EA-417D-B212-CD87F534D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7099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5379F7-629D-4C8A-9128-C92781676F24}" type="datetimeFigureOut">
              <a:rPr lang="en-US" smtClean="0"/>
              <a:t>3/1/2025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FCD18-F5EA-417D-B212-CD87F534D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21636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19826" y="1184911"/>
            <a:ext cx="7406640" cy="5848350"/>
          </a:xfrm>
        </p:spPr>
        <p:txBody>
          <a:bodyPr/>
          <a:lstStyle>
            <a:lvl1pPr>
              <a:defRPr sz="3840"/>
            </a:lvl1pPr>
            <a:lvl2pPr>
              <a:defRPr sz="3360"/>
            </a:lvl2pPr>
            <a:lvl3pPr>
              <a:defRPr sz="288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7746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5379F7-629D-4C8A-9128-C92781676F24}" type="datetimeFigureOut">
              <a:rPr lang="en-US" smtClean="0"/>
              <a:t>3/1/2025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FCD18-F5EA-417D-B212-CD87F534D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68110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219826" y="1184911"/>
            <a:ext cx="7406640" cy="5848350"/>
          </a:xfrm>
        </p:spPr>
        <p:txBody>
          <a:bodyPr anchor="t"/>
          <a:lstStyle>
            <a:lvl1pPr marL="0" indent="0">
              <a:buNone/>
              <a:defRPr sz="3840"/>
            </a:lvl1pPr>
            <a:lvl2pPr marL="548640" indent="0">
              <a:buNone/>
              <a:defRPr sz="3360"/>
            </a:lvl2pPr>
            <a:lvl3pPr marL="1097280" indent="0">
              <a:buNone/>
              <a:defRPr sz="2880"/>
            </a:lvl3pPr>
            <a:lvl4pPr marL="1645920" indent="0">
              <a:buNone/>
              <a:defRPr sz="2400"/>
            </a:lvl4pPr>
            <a:lvl5pPr marL="2194560" indent="0">
              <a:buNone/>
              <a:defRPr sz="2400"/>
            </a:lvl5pPr>
            <a:lvl6pPr marL="2743200" indent="0">
              <a:buNone/>
              <a:defRPr sz="2400"/>
            </a:lvl6pPr>
            <a:lvl7pPr marL="3291840" indent="0">
              <a:buNone/>
              <a:defRPr sz="2400"/>
            </a:lvl7pPr>
            <a:lvl8pPr marL="3840480" indent="0">
              <a:buNone/>
              <a:defRPr sz="2400"/>
            </a:lvl8pPr>
            <a:lvl9pPr marL="4389120" indent="0">
              <a:buNone/>
              <a:defRPr sz="24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7746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5379F7-629D-4C8A-9128-C92781676F24}" type="datetimeFigureOut">
              <a:rPr lang="en-US" smtClean="0"/>
              <a:t>3/1/2025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FCD18-F5EA-417D-B212-CD87F534D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59775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5379F7-629D-4C8A-9128-C92781676F24}" type="datetimeFigureOut">
              <a:rPr lang="en-US" smtClean="0"/>
              <a:t>3/1/2025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FCD18-F5EA-417D-B212-CD87F534D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5648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469880" y="438150"/>
            <a:ext cx="3154680" cy="697420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05840" y="438150"/>
            <a:ext cx="9281160" cy="697420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5379F7-629D-4C8A-9128-C92781676F24}" type="datetimeFigureOut">
              <a:rPr lang="en-US" smtClean="0"/>
              <a:t>3/1/2025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FCD18-F5EA-417D-B212-CD87F534D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9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05840" y="438150"/>
            <a:ext cx="12618720" cy="15906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40" y="2190750"/>
            <a:ext cx="12618720" cy="5221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05840" y="7627621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5379F7-629D-4C8A-9128-C92781676F24}" type="datetimeFigureOut">
              <a:rPr lang="en-US" smtClean="0"/>
              <a:t>3/1/2025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6320" y="7627621"/>
            <a:ext cx="493776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32720" y="7627621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2FCD18-F5EA-417D-B212-CD87F534D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6655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097280" rtl="0" eaLnBrk="1" latinLnBrk="0" hangingPunct="1">
        <a:lnSpc>
          <a:spcPct val="90000"/>
        </a:lnSpc>
        <a:spcBef>
          <a:spcPct val="0"/>
        </a:spcBef>
        <a:buNone/>
        <a:defRPr sz="52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4320" indent="-274320" algn="l" defTabSz="109728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1pPr>
      <a:lvl2pPr marL="8229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46888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301752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5661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41148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6634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3" Type="http://schemas.openxmlformats.org/officeDocument/2006/relationships/slide" Target="slide2.xml"/><Relationship Id="rId7" Type="http://schemas.openxmlformats.org/officeDocument/2006/relationships/image" Target="../media/image4.png"/><Relationship Id="rId12" Type="http://schemas.openxmlformats.org/officeDocument/2006/relationships/image" Target="../media/image9.png"/><Relationship Id="rId17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jpg"/><Relationship Id="rId11" Type="http://schemas.openxmlformats.org/officeDocument/2006/relationships/image" Target="../media/image8.png"/><Relationship Id="rId5" Type="http://schemas.openxmlformats.org/officeDocument/2006/relationships/image" Target="../media/image2.jpg"/><Relationship Id="rId15" Type="http://schemas.openxmlformats.org/officeDocument/2006/relationships/image" Target="../media/image12.png"/><Relationship Id="rId10" Type="http://schemas.openxmlformats.org/officeDocument/2006/relationships/image" Target="../media/image7.png"/><Relationship Id="rId4" Type="http://schemas.openxmlformats.org/officeDocument/2006/relationships/slide" Target="slide3.xml"/><Relationship Id="rId9" Type="http://schemas.openxmlformats.org/officeDocument/2006/relationships/image" Target="../media/image6.png"/><Relationship Id="rId14" Type="http://schemas.openxmlformats.org/officeDocument/2006/relationships/image" Target="../media/image11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slide" Target="slide1.xml"/><Relationship Id="rId3" Type="http://schemas.openxmlformats.org/officeDocument/2006/relationships/image" Target="../media/image3.jp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2.jp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5.png"/><Relationship Id="rId3" Type="http://schemas.openxmlformats.org/officeDocument/2006/relationships/image" Target="../media/image3.jp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4.png"/><Relationship Id="rId10" Type="http://schemas.openxmlformats.org/officeDocument/2006/relationships/image" Target="../media/image10.png"/><Relationship Id="rId19" Type="http://schemas.openxmlformats.org/officeDocument/2006/relationships/slide" Target="slide1.xml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63B4A62-5E46-CDAE-8823-377D9C1E64D3}"/>
              </a:ext>
            </a:extLst>
          </p:cNvPr>
          <p:cNvSpPr txBox="1"/>
          <p:nvPr/>
        </p:nvSpPr>
        <p:spPr>
          <a:xfrm>
            <a:off x="3592387" y="491304"/>
            <a:ext cx="25260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1. Deck is shuffled, then moved offscreen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448F2F-B835-E7FF-C683-5575CFF53A45}"/>
              </a:ext>
            </a:extLst>
          </p:cNvPr>
          <p:cNvSpPr txBox="1"/>
          <p:nvPr/>
        </p:nvSpPr>
        <p:spPr>
          <a:xfrm>
            <a:off x="529590" y="7319010"/>
            <a:ext cx="25260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2. Bets are placed as chips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19F7BC-A15F-FF0E-5FBC-D21D466AE9C5}"/>
              </a:ext>
            </a:extLst>
          </p:cNvPr>
          <p:cNvSpPr txBox="1"/>
          <p:nvPr/>
        </p:nvSpPr>
        <p:spPr>
          <a:xfrm rot="21214893">
            <a:off x="8939040" y="6907745"/>
            <a:ext cx="10858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C12C40-9107-ECAA-EED3-7F1DC8B554AF}"/>
              </a:ext>
            </a:extLst>
          </p:cNvPr>
          <p:cNvSpPr txBox="1"/>
          <p:nvPr/>
        </p:nvSpPr>
        <p:spPr>
          <a:xfrm rot="505186">
            <a:off x="4676774" y="6995845"/>
            <a:ext cx="10858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F0F98B-4EDD-BA03-A4C7-476CCD25D424}"/>
              </a:ext>
            </a:extLst>
          </p:cNvPr>
          <p:cNvSpPr txBox="1"/>
          <p:nvPr/>
        </p:nvSpPr>
        <p:spPr>
          <a:xfrm>
            <a:off x="6569391" y="7012580"/>
            <a:ext cx="14916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bg1"/>
                </a:solidFill>
              </a:rPr>
              <a:t>3</a:t>
            </a:r>
          </a:p>
          <a:p>
            <a:pPr algn="ctr"/>
            <a:r>
              <a:rPr lang="en-US" sz="3600" b="1" dirty="0">
                <a:solidFill>
                  <a:schemeClr val="bg1"/>
                </a:solidFill>
              </a:rPr>
              <a:t>(You)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AC3DD0-0B1F-E0C2-AC3D-4ADE933A712A}"/>
              </a:ext>
            </a:extLst>
          </p:cNvPr>
          <p:cNvSpPr txBox="1"/>
          <p:nvPr/>
        </p:nvSpPr>
        <p:spPr>
          <a:xfrm rot="948362">
            <a:off x="2512695" y="6537015"/>
            <a:ext cx="10858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54AF014-786C-C63B-977A-48206E912F53}"/>
              </a:ext>
            </a:extLst>
          </p:cNvPr>
          <p:cNvSpPr txBox="1"/>
          <p:nvPr/>
        </p:nvSpPr>
        <p:spPr>
          <a:xfrm>
            <a:off x="9701068" y="3977450"/>
            <a:ext cx="36453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 Cards are dealt as follows:</a:t>
            </a:r>
          </a:p>
          <a:p>
            <a:r>
              <a:rPr lang="en-US" b="1" dirty="0">
                <a:solidFill>
                  <a:schemeClr val="bg1"/>
                </a:solidFill>
              </a:rPr>
              <a:t>1: 6, 7; 2: 8, 8; 3: 1, K; 4: J, 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94F41E-8E8D-4877-869F-0893FAC330B3}"/>
              </a:ext>
            </a:extLst>
          </p:cNvPr>
          <p:cNvSpPr txBox="1"/>
          <p:nvPr/>
        </p:nvSpPr>
        <p:spPr>
          <a:xfrm>
            <a:off x="9055199" y="500017"/>
            <a:ext cx="25260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4. Dealer draws a 6 and a face-down card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CA7239-0369-4D31-3461-4FDE0CCDC0FD}"/>
              </a:ext>
            </a:extLst>
          </p:cNvPr>
          <p:cNvSpPr txBox="1"/>
          <p:nvPr/>
        </p:nvSpPr>
        <p:spPr>
          <a:xfrm>
            <a:off x="250355" y="2995429"/>
            <a:ext cx="364539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5. Player 1 hits, draws a 9 and busts with a value of 22, losing their chips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2D8051D-C775-0554-8C3C-050316DE06AA}"/>
              </a:ext>
            </a:extLst>
          </p:cNvPr>
          <p:cNvSpPr txBox="1"/>
          <p:nvPr/>
        </p:nvSpPr>
        <p:spPr>
          <a:xfrm>
            <a:off x="3720524" y="3176989"/>
            <a:ext cx="36453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6. Player 2 hits, draws a 3 and stands with a value of 19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09063A4-8125-7C37-F1DE-90FABD835730}"/>
              </a:ext>
            </a:extLst>
          </p:cNvPr>
          <p:cNvSpPr txBox="1"/>
          <p:nvPr/>
        </p:nvSpPr>
        <p:spPr>
          <a:xfrm>
            <a:off x="7149344" y="3371644"/>
            <a:ext cx="36453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7. The current user is given the option to stand or hit</a:t>
            </a:r>
          </a:p>
        </p:txBody>
      </p:sp>
      <p:sp>
        <p:nvSpPr>
          <p:cNvPr id="17" name="Rectangle 16">
            <a:hlinkClick r:id="rId3" action="ppaction://hlinksldjump"/>
            <a:extLst>
              <a:ext uri="{FF2B5EF4-FFF2-40B4-BE49-F238E27FC236}">
                <a16:creationId xmlns:a16="http://schemas.microsoft.com/office/drawing/2014/main" id="{596F6E71-BBF4-6807-FEED-923CBF4D9B8A}"/>
              </a:ext>
            </a:extLst>
          </p:cNvPr>
          <p:cNvSpPr/>
          <p:nvPr/>
        </p:nvSpPr>
        <p:spPr>
          <a:xfrm>
            <a:off x="902970" y="6401351"/>
            <a:ext cx="1348740" cy="73096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Stand</a:t>
            </a:r>
          </a:p>
        </p:txBody>
      </p:sp>
      <p:sp>
        <p:nvSpPr>
          <p:cNvPr id="19" name="Rectangle 18">
            <a:hlinkClick r:id="rId4" action="ppaction://hlinksldjump"/>
            <a:extLst>
              <a:ext uri="{FF2B5EF4-FFF2-40B4-BE49-F238E27FC236}">
                <a16:creationId xmlns:a16="http://schemas.microsoft.com/office/drawing/2014/main" id="{39CB70C5-DCAB-6B43-796B-DEEBFE9DA1E3}"/>
              </a:ext>
            </a:extLst>
          </p:cNvPr>
          <p:cNvSpPr/>
          <p:nvPr/>
        </p:nvSpPr>
        <p:spPr>
          <a:xfrm>
            <a:off x="12378690" y="6553751"/>
            <a:ext cx="1348740" cy="730969"/>
          </a:xfrm>
          <a:prstGeom prst="rect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Hit</a:t>
            </a:r>
          </a:p>
        </p:txBody>
      </p:sp>
      <p:pic>
        <p:nvPicPr>
          <p:cNvPr id="3" name="Picture 2" descr="A rectangular blue and white rectangular pattern&#10;&#10;AI-generated content may be incorrect.">
            <a:extLst>
              <a:ext uri="{FF2B5EF4-FFF2-40B4-BE49-F238E27FC236}">
                <a16:creationId xmlns:a16="http://schemas.microsoft.com/office/drawing/2014/main" id="{77FC9B57-0ABF-DBD0-DF55-CB7191AB10E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9391" y="410223"/>
            <a:ext cx="531202" cy="742227"/>
          </a:xfrm>
          <a:prstGeom prst="rect">
            <a:avLst/>
          </a:prstGeom>
        </p:spPr>
      </p:pic>
      <p:pic>
        <p:nvPicPr>
          <p:cNvPr id="5" name="Picture 4" descr="A rectangular blue and white rectangular pattern&#10;&#10;AI-generated content may be incorrect.">
            <a:extLst>
              <a:ext uri="{FF2B5EF4-FFF2-40B4-BE49-F238E27FC236}">
                <a16:creationId xmlns:a16="http://schemas.microsoft.com/office/drawing/2014/main" id="{445ACD49-E116-F08E-643D-09929E3A163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5411" y="410223"/>
            <a:ext cx="531202" cy="742227"/>
          </a:xfrm>
          <a:prstGeom prst="rect">
            <a:avLst/>
          </a:prstGeom>
        </p:spPr>
      </p:pic>
      <p:pic>
        <p:nvPicPr>
          <p:cNvPr id="18" name="Picture 17" descr="A red and white poker chip&#10;&#10;AI-generated content may be incorrect.">
            <a:extLst>
              <a:ext uri="{FF2B5EF4-FFF2-40B4-BE49-F238E27FC236}">
                <a16:creationId xmlns:a16="http://schemas.microsoft.com/office/drawing/2014/main" id="{E09B9270-6D9B-B4B7-12F5-30DEF89928A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5001" r="4850" b="5150"/>
          <a:stretch/>
        </p:blipFill>
        <p:spPr>
          <a:xfrm rot="760974">
            <a:off x="3128377" y="5127510"/>
            <a:ext cx="578943" cy="577016"/>
          </a:xfrm>
          <a:prstGeom prst="ellipse">
            <a:avLst/>
          </a:prstGeom>
        </p:spPr>
      </p:pic>
      <p:pic>
        <p:nvPicPr>
          <p:cNvPr id="20" name="Picture 19" descr="A red and white poker chip&#10;&#10;AI-generated content may be incorrect.">
            <a:extLst>
              <a:ext uri="{FF2B5EF4-FFF2-40B4-BE49-F238E27FC236}">
                <a16:creationId xmlns:a16="http://schemas.microsoft.com/office/drawing/2014/main" id="{5C1D3070-BB0C-4915-BDE4-800E8AD07F3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5001" r="4850" b="5150"/>
          <a:stretch/>
        </p:blipFill>
        <p:spPr>
          <a:xfrm rot="760974">
            <a:off x="5108822" y="5672381"/>
            <a:ext cx="578943" cy="577016"/>
          </a:xfrm>
          <a:prstGeom prst="ellipse">
            <a:avLst/>
          </a:prstGeom>
        </p:spPr>
      </p:pic>
      <p:pic>
        <p:nvPicPr>
          <p:cNvPr id="21" name="Picture 20" descr="A red and white poker chip&#10;&#10;AI-generated content may be incorrect.">
            <a:extLst>
              <a:ext uri="{FF2B5EF4-FFF2-40B4-BE49-F238E27FC236}">
                <a16:creationId xmlns:a16="http://schemas.microsoft.com/office/drawing/2014/main" id="{A6D4F064-12DF-291E-D6F5-C6CB98BABE4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5001" r="4850" b="5150"/>
          <a:stretch/>
        </p:blipFill>
        <p:spPr>
          <a:xfrm rot="21431088">
            <a:off x="7127769" y="5672382"/>
            <a:ext cx="578943" cy="577016"/>
          </a:xfrm>
          <a:prstGeom prst="ellipse">
            <a:avLst/>
          </a:prstGeom>
        </p:spPr>
      </p:pic>
      <p:pic>
        <p:nvPicPr>
          <p:cNvPr id="22" name="Picture 21" descr="A red and white poker chip&#10;&#10;AI-generated content may be incorrect.">
            <a:extLst>
              <a:ext uri="{FF2B5EF4-FFF2-40B4-BE49-F238E27FC236}">
                <a16:creationId xmlns:a16="http://schemas.microsoft.com/office/drawing/2014/main" id="{BE5DCE0F-DBD3-A6B2-C1FB-CCF0845111A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5001" r="4850" b="5150"/>
          <a:stretch/>
        </p:blipFill>
        <p:spPr>
          <a:xfrm rot="20707865">
            <a:off x="9057784" y="5593859"/>
            <a:ext cx="578943" cy="577016"/>
          </a:xfrm>
          <a:prstGeom prst="ellipse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99EBAD1-8356-D942-8391-8BA26D6B3E3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015425">
            <a:off x="3248061" y="3921803"/>
            <a:ext cx="526830" cy="82363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417BD0EC-474F-78CF-F70B-8A49A898797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945597">
            <a:off x="3567961" y="4030245"/>
            <a:ext cx="518709" cy="785169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FA66590B-34C9-213B-CB66-4B5043A8088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607984">
            <a:off x="5050970" y="4194988"/>
            <a:ext cx="572458" cy="880704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9317FE8F-09CC-A0E9-0749-405A098DB58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493982">
            <a:off x="5391313" y="4251607"/>
            <a:ext cx="610247" cy="915371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C1AA7C23-BA4D-A293-D20B-81BE0A09694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00149" y="4408171"/>
            <a:ext cx="513440" cy="786094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D2115649-5C2D-4436-2AD2-B71E7174EFE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49344" y="4407125"/>
            <a:ext cx="531202" cy="794971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0438DDC3-494D-5C1C-B864-2D1F11A006A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rot="21181036">
            <a:off x="8557526" y="4277479"/>
            <a:ext cx="580388" cy="884788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6F6F5FB7-380B-DE1A-57AB-BB337FB6046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rot="21263436">
            <a:off x="8899274" y="4212273"/>
            <a:ext cx="615428" cy="942508"/>
          </a:xfrm>
          <a:prstGeom prst="rect">
            <a:avLst/>
          </a:prstGeom>
        </p:spPr>
      </p:pic>
      <p:pic>
        <p:nvPicPr>
          <p:cNvPr id="43" name="Picture 42" descr="A rectangular blue and white rectangular pattern&#10;&#10;AI-generated content may be incorrect.">
            <a:extLst>
              <a:ext uri="{FF2B5EF4-FFF2-40B4-BE49-F238E27FC236}">
                <a16:creationId xmlns:a16="http://schemas.microsoft.com/office/drawing/2014/main" id="{012E27E8-08CE-912B-C376-260AD643FA6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2313" y="348866"/>
            <a:ext cx="663256" cy="926741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3D369F03-AC4D-A62B-A01F-D18ED70D57F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rot="877911">
            <a:off x="3820109" y="4081234"/>
            <a:ext cx="561947" cy="860604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2F38480-8543-3FB7-73F8-90E46AD62F63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491473">
            <a:off x="5636779" y="4313323"/>
            <a:ext cx="596663" cy="901167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C9BEF799-ED43-72F8-EC02-C6E6C2A31DAA}"/>
              </a:ext>
            </a:extLst>
          </p:cNvPr>
          <p:cNvSpPr txBox="1"/>
          <p:nvPr/>
        </p:nvSpPr>
        <p:spPr>
          <a:xfrm>
            <a:off x="4734867" y="2530621"/>
            <a:ext cx="5262094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START OF ANIMATION</a:t>
            </a: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B9251C9C-7521-9BC4-3BBA-2C6127A743EC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13588" y="292582"/>
            <a:ext cx="663255" cy="1001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5030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6" grpId="1"/>
      <p:bldP spid="7" grpId="0"/>
      <p:bldP spid="7" grpId="1"/>
      <p:bldP spid="12" grpId="0"/>
      <p:bldP spid="12" grpId="1"/>
      <p:bldP spid="13" grpId="0"/>
      <p:bldP spid="13" grpId="1"/>
      <p:bldP spid="14" grpId="0"/>
      <p:bldP spid="14" grpId="1"/>
      <p:bldP spid="15" grpId="0"/>
      <p:bldP spid="15" grpId="1"/>
      <p:bldP spid="16" grpId="0"/>
      <p:bldP spid="17" grpId="0" animBg="1"/>
      <p:bldP spid="19" grpId="0" animBg="1"/>
      <p:bldP spid="48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90E407-A6F9-B466-39F0-4FB50BFD378E}"/>
              </a:ext>
            </a:extLst>
          </p:cNvPr>
          <p:cNvSpPr txBox="1"/>
          <p:nvPr/>
        </p:nvSpPr>
        <p:spPr>
          <a:xfrm rot="21214893">
            <a:off x="8939040" y="6907745"/>
            <a:ext cx="10858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72D64B-97C3-DD05-3B3E-D10D101C4286}"/>
              </a:ext>
            </a:extLst>
          </p:cNvPr>
          <p:cNvSpPr txBox="1"/>
          <p:nvPr/>
        </p:nvSpPr>
        <p:spPr>
          <a:xfrm rot="505186">
            <a:off x="4676774" y="6995845"/>
            <a:ext cx="10858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9E9907-F49A-19BD-D4DC-F4EA333A19C5}"/>
              </a:ext>
            </a:extLst>
          </p:cNvPr>
          <p:cNvSpPr txBox="1"/>
          <p:nvPr/>
        </p:nvSpPr>
        <p:spPr>
          <a:xfrm>
            <a:off x="6569391" y="7012580"/>
            <a:ext cx="14916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bg1"/>
                </a:solidFill>
              </a:rPr>
              <a:t>3</a:t>
            </a:r>
          </a:p>
          <a:p>
            <a:pPr algn="ctr"/>
            <a:r>
              <a:rPr lang="en-US" sz="3600" b="1" dirty="0">
                <a:solidFill>
                  <a:schemeClr val="bg1"/>
                </a:solidFill>
              </a:rPr>
              <a:t>(You)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DF85E6-70A2-3315-D1E8-F90D9DEA7618}"/>
              </a:ext>
            </a:extLst>
          </p:cNvPr>
          <p:cNvSpPr txBox="1"/>
          <p:nvPr/>
        </p:nvSpPr>
        <p:spPr>
          <a:xfrm rot="948362">
            <a:off x="2512695" y="6537015"/>
            <a:ext cx="10858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403E47-5262-9844-C3D4-F408F2D1230E}"/>
              </a:ext>
            </a:extLst>
          </p:cNvPr>
          <p:cNvSpPr txBox="1"/>
          <p:nvPr/>
        </p:nvSpPr>
        <p:spPr>
          <a:xfrm>
            <a:off x="9692977" y="7207250"/>
            <a:ext cx="40963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1. Player 4 hits, draws a Queen, busts with a value of 22, and loses their bet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A14A94-ED5F-E66D-C904-1EBB961BE18B}"/>
              </a:ext>
            </a:extLst>
          </p:cNvPr>
          <p:cNvSpPr txBox="1"/>
          <p:nvPr/>
        </p:nvSpPr>
        <p:spPr>
          <a:xfrm>
            <a:off x="8009432" y="338905"/>
            <a:ext cx="40963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2. Dealer flips over the face-down card and reveals an ace, giving a value of 17 and forcing them to stand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9B98B6-A49A-9051-BF11-3D292F76C854}"/>
              </a:ext>
            </a:extLst>
          </p:cNvPr>
          <p:cNvSpPr txBox="1"/>
          <p:nvPr/>
        </p:nvSpPr>
        <p:spPr>
          <a:xfrm>
            <a:off x="2198233" y="3046649"/>
            <a:ext cx="40963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 Player 2, with a total value of 19, receives a payout equal to their bet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168B48-03BB-02EB-F8B4-02A12D62F196}"/>
              </a:ext>
            </a:extLst>
          </p:cNvPr>
          <p:cNvSpPr txBox="1"/>
          <p:nvPr/>
        </p:nvSpPr>
        <p:spPr>
          <a:xfrm>
            <a:off x="6569391" y="3328229"/>
            <a:ext cx="29708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4. The user, with a total value of 11, loses their bet</a:t>
            </a:r>
          </a:p>
        </p:txBody>
      </p:sp>
      <p:pic>
        <p:nvPicPr>
          <p:cNvPr id="12" name="Picture 11" descr="A red and white poker chip&#10;&#10;AI-generated content may be incorrect.">
            <a:extLst>
              <a:ext uri="{FF2B5EF4-FFF2-40B4-BE49-F238E27FC236}">
                <a16:creationId xmlns:a16="http://schemas.microsoft.com/office/drawing/2014/main" id="{7BEB18F4-0600-9BDA-8777-117AA2FBA4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5001" r="4850" b="5150"/>
          <a:stretch/>
        </p:blipFill>
        <p:spPr>
          <a:xfrm rot="760974">
            <a:off x="5076627" y="5676379"/>
            <a:ext cx="578943" cy="577016"/>
          </a:xfrm>
          <a:prstGeom prst="ellipse">
            <a:avLst/>
          </a:prstGeom>
        </p:spPr>
      </p:pic>
      <p:pic>
        <p:nvPicPr>
          <p:cNvPr id="13" name="Picture 12" descr="A red and white poker chip&#10;&#10;AI-generated content may be incorrect.">
            <a:extLst>
              <a:ext uri="{FF2B5EF4-FFF2-40B4-BE49-F238E27FC236}">
                <a16:creationId xmlns:a16="http://schemas.microsoft.com/office/drawing/2014/main" id="{E29B7232-8AEF-A28A-7630-5BEC2BDAFD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5001" r="4850" b="5150"/>
          <a:stretch/>
        </p:blipFill>
        <p:spPr>
          <a:xfrm rot="21431088">
            <a:off x="7095574" y="5676380"/>
            <a:ext cx="578943" cy="577016"/>
          </a:xfrm>
          <a:prstGeom prst="ellipse">
            <a:avLst/>
          </a:prstGeom>
        </p:spPr>
      </p:pic>
      <p:pic>
        <p:nvPicPr>
          <p:cNvPr id="14" name="Picture 13" descr="A red and white poker chip&#10;&#10;AI-generated content may be incorrect.">
            <a:extLst>
              <a:ext uri="{FF2B5EF4-FFF2-40B4-BE49-F238E27FC236}">
                <a16:creationId xmlns:a16="http://schemas.microsoft.com/office/drawing/2014/main" id="{18E7DBF8-444B-7860-CD8C-2ACE492A53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5001" r="4850" b="5150"/>
          <a:stretch/>
        </p:blipFill>
        <p:spPr>
          <a:xfrm rot="20707865">
            <a:off x="9025589" y="5597857"/>
            <a:ext cx="578943" cy="577016"/>
          </a:xfrm>
          <a:prstGeom prst="ellipse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D6450BA-5470-38EC-2C36-BBAF1A3686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15425">
            <a:off x="3248061" y="3921803"/>
            <a:ext cx="526830" cy="82363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857EA55-CE3D-A50F-8FEF-C4B9D935D6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945597">
            <a:off x="3567961" y="4030245"/>
            <a:ext cx="518709" cy="78516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F3801CB-965A-D5A7-BE9A-8403CAEA862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607984">
            <a:off x="5050970" y="4194988"/>
            <a:ext cx="572458" cy="88070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DF43B33-BCBD-D305-CE88-281C636ED98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493982">
            <a:off x="5391313" y="4251607"/>
            <a:ext cx="610247" cy="91537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DFC21EB-7FC0-1006-2947-6F347E1D154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0149" y="4408171"/>
            <a:ext cx="513440" cy="78609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F04507A6-B0E9-7B70-B898-72673992CB9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49344" y="4407125"/>
            <a:ext cx="531202" cy="79497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F856A2E-833D-393D-BDA8-B190EF55993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21181036">
            <a:off x="8557526" y="4277479"/>
            <a:ext cx="580388" cy="884788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181AE2D7-0DF7-0566-50C5-942A1B99337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21263436">
            <a:off x="8899274" y="4212273"/>
            <a:ext cx="615428" cy="942508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A0C58563-1949-778E-B09B-3DFACBEDEEF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877911">
            <a:off x="3820109" y="4081234"/>
            <a:ext cx="561947" cy="86060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BF5FD5A-DD49-41BA-9D94-59019415E85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rot="491473">
            <a:off x="5636779" y="4313323"/>
            <a:ext cx="596663" cy="901167"/>
          </a:xfrm>
          <a:prstGeom prst="rect">
            <a:avLst/>
          </a:prstGeom>
        </p:spPr>
      </p:pic>
      <p:pic>
        <p:nvPicPr>
          <p:cNvPr id="26" name="Picture 25" descr="A rectangular blue and white rectangular pattern&#10;&#10;AI-generated content may be incorrect.">
            <a:extLst>
              <a:ext uri="{FF2B5EF4-FFF2-40B4-BE49-F238E27FC236}">
                <a16:creationId xmlns:a16="http://schemas.microsoft.com/office/drawing/2014/main" id="{14B064AF-58DE-ECB8-CA53-17220F1715CC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7192" y="287977"/>
            <a:ext cx="663256" cy="926741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40C97C19-E1F0-6205-4450-EC9AD9C2B33D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64423" y="261451"/>
            <a:ext cx="647829" cy="1000784"/>
          </a:xfrm>
          <a:prstGeom prst="rect">
            <a:avLst/>
          </a:prstGeom>
        </p:spPr>
      </p:pic>
      <p:pic>
        <p:nvPicPr>
          <p:cNvPr id="31" name="Picture 30" descr="A red and white poker chip&#10;&#10;AI-generated content may be incorrect.">
            <a:extLst>
              <a:ext uri="{FF2B5EF4-FFF2-40B4-BE49-F238E27FC236}">
                <a16:creationId xmlns:a16="http://schemas.microsoft.com/office/drawing/2014/main" id="{86C012F9-15A3-2FA7-6724-6DBDA19822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5001" r="4850" b="5150"/>
          <a:stretch/>
        </p:blipFill>
        <p:spPr>
          <a:xfrm rot="760974">
            <a:off x="4995232" y="6296009"/>
            <a:ext cx="578943" cy="577016"/>
          </a:xfrm>
          <a:prstGeom prst="ellipse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0D18E653-2B0F-0D22-1FCF-DC46FD4A39D2}"/>
              </a:ext>
            </a:extLst>
          </p:cNvPr>
          <p:cNvSpPr txBox="1"/>
          <p:nvPr/>
        </p:nvSpPr>
        <p:spPr>
          <a:xfrm>
            <a:off x="4795520" y="2578060"/>
            <a:ext cx="5262094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IF THE USER STANDS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6BF6DE96-225C-F833-D9FD-734C9F81892F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305049" y="250475"/>
            <a:ext cx="663255" cy="1001743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CF0D1F70-54DD-C17A-6790-8B86A8B2551E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 rot="21254478">
            <a:off x="9122370" y="4175277"/>
            <a:ext cx="630419" cy="969876"/>
          </a:xfrm>
          <a:prstGeom prst="rect">
            <a:avLst/>
          </a:prstGeom>
        </p:spPr>
      </p:pic>
      <p:sp>
        <p:nvSpPr>
          <p:cNvPr id="27" name="Rectangle 26">
            <a:hlinkClick r:id="rId18" action="ppaction://hlinksldjump"/>
            <a:extLst>
              <a:ext uri="{FF2B5EF4-FFF2-40B4-BE49-F238E27FC236}">
                <a16:creationId xmlns:a16="http://schemas.microsoft.com/office/drawing/2014/main" id="{6B00A549-6455-9CBC-5BEF-BF81291E33CB}"/>
              </a:ext>
            </a:extLst>
          </p:cNvPr>
          <p:cNvSpPr/>
          <p:nvPr/>
        </p:nvSpPr>
        <p:spPr>
          <a:xfrm>
            <a:off x="656004" y="6799446"/>
            <a:ext cx="1542229" cy="730969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Leave Game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940E034-1BFA-1457-7B0C-9A4A17E44D0D}"/>
              </a:ext>
            </a:extLst>
          </p:cNvPr>
          <p:cNvSpPr txBox="1"/>
          <p:nvPr/>
        </p:nvSpPr>
        <p:spPr>
          <a:xfrm>
            <a:off x="2473027" y="7504386"/>
            <a:ext cx="33310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5. A button appears, returning the user to the landing page</a:t>
            </a:r>
          </a:p>
        </p:txBody>
      </p:sp>
    </p:spTree>
    <p:extLst>
      <p:ext uri="{BB962C8B-B14F-4D97-AF65-F5344CB8AC3E}">
        <p14:creationId xmlns:p14="http://schemas.microsoft.com/office/powerpoint/2010/main" val="372002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6" grpId="1"/>
      <p:bldP spid="7" grpId="0"/>
      <p:bldP spid="7" grpId="1"/>
      <p:bldP spid="8" grpId="0"/>
      <p:bldP spid="8" grpId="1"/>
      <p:bldP spid="9" grpId="0"/>
      <p:bldP spid="9" grpId="1"/>
      <p:bldP spid="33" grpId="0"/>
      <p:bldP spid="27" grpId="0" animBg="1"/>
      <p:bldP spid="2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6A865CD-4B15-4882-0F5B-F9A1461CFE9E}"/>
              </a:ext>
            </a:extLst>
          </p:cNvPr>
          <p:cNvSpPr txBox="1"/>
          <p:nvPr/>
        </p:nvSpPr>
        <p:spPr>
          <a:xfrm rot="21214893">
            <a:off x="8939040" y="6907745"/>
            <a:ext cx="10858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22DF36-23FD-C075-163F-DE897B85ECF7}"/>
              </a:ext>
            </a:extLst>
          </p:cNvPr>
          <p:cNvSpPr txBox="1"/>
          <p:nvPr/>
        </p:nvSpPr>
        <p:spPr>
          <a:xfrm rot="505186">
            <a:off x="4676774" y="6995845"/>
            <a:ext cx="10858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60CAA2-AC99-58A8-B4A2-F3E63031CB46}"/>
              </a:ext>
            </a:extLst>
          </p:cNvPr>
          <p:cNvSpPr txBox="1"/>
          <p:nvPr/>
        </p:nvSpPr>
        <p:spPr>
          <a:xfrm>
            <a:off x="6569391" y="7012580"/>
            <a:ext cx="14916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bg1"/>
                </a:solidFill>
              </a:rPr>
              <a:t>3</a:t>
            </a:r>
          </a:p>
          <a:p>
            <a:pPr algn="ctr"/>
            <a:r>
              <a:rPr lang="en-US" sz="3600" b="1" dirty="0">
                <a:solidFill>
                  <a:schemeClr val="bg1"/>
                </a:solidFill>
              </a:rPr>
              <a:t>(You)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128505-4CB1-5C4B-3A04-251B5675AE49}"/>
              </a:ext>
            </a:extLst>
          </p:cNvPr>
          <p:cNvSpPr txBox="1"/>
          <p:nvPr/>
        </p:nvSpPr>
        <p:spPr>
          <a:xfrm rot="948362">
            <a:off x="2512695" y="6537015"/>
            <a:ext cx="10858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9343B4-CC08-A1D1-A44C-C59143827D69}"/>
              </a:ext>
            </a:extLst>
          </p:cNvPr>
          <p:cNvSpPr txBox="1"/>
          <p:nvPr/>
        </p:nvSpPr>
        <p:spPr>
          <a:xfrm>
            <a:off x="5856977" y="3396959"/>
            <a:ext cx="32283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1. The user hits and draws a Queen, obtaining a blackjack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BA2770-1E75-3F78-543A-4F34C9E36414}"/>
              </a:ext>
            </a:extLst>
          </p:cNvPr>
          <p:cNvSpPr txBox="1"/>
          <p:nvPr/>
        </p:nvSpPr>
        <p:spPr>
          <a:xfrm>
            <a:off x="10014894" y="3861285"/>
            <a:ext cx="255270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2. Player 4 hits, draws a 5 and stands with a value of 17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E5D23BE-4587-8142-6B23-00B490C4F7A2}"/>
              </a:ext>
            </a:extLst>
          </p:cNvPr>
          <p:cNvSpPr txBox="1"/>
          <p:nvPr/>
        </p:nvSpPr>
        <p:spPr>
          <a:xfrm>
            <a:off x="4795520" y="2578060"/>
            <a:ext cx="5262094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IF THE USER HITS</a:t>
            </a:r>
          </a:p>
        </p:txBody>
      </p:sp>
      <p:pic>
        <p:nvPicPr>
          <p:cNvPr id="12" name="Picture 11" descr="A red and white poker chip&#10;&#10;AI-generated content may be incorrect.">
            <a:extLst>
              <a:ext uri="{FF2B5EF4-FFF2-40B4-BE49-F238E27FC236}">
                <a16:creationId xmlns:a16="http://schemas.microsoft.com/office/drawing/2014/main" id="{857757BB-EF73-BAE1-197B-0CE42274FD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5001" r="4850" b="5150"/>
          <a:stretch/>
        </p:blipFill>
        <p:spPr>
          <a:xfrm rot="760974">
            <a:off x="5108822" y="5672381"/>
            <a:ext cx="578943" cy="577016"/>
          </a:xfrm>
          <a:prstGeom prst="ellipse">
            <a:avLst/>
          </a:prstGeom>
        </p:spPr>
      </p:pic>
      <p:pic>
        <p:nvPicPr>
          <p:cNvPr id="13" name="Picture 12" descr="A red and white poker chip&#10;&#10;AI-generated content may be incorrect.">
            <a:extLst>
              <a:ext uri="{FF2B5EF4-FFF2-40B4-BE49-F238E27FC236}">
                <a16:creationId xmlns:a16="http://schemas.microsoft.com/office/drawing/2014/main" id="{0EB898EA-59C8-D663-E1F1-23D5A5D726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5001" r="4850" b="5150"/>
          <a:stretch/>
        </p:blipFill>
        <p:spPr>
          <a:xfrm rot="21431088">
            <a:off x="7127769" y="5672382"/>
            <a:ext cx="578943" cy="577016"/>
          </a:xfrm>
          <a:prstGeom prst="ellipse">
            <a:avLst/>
          </a:prstGeom>
        </p:spPr>
      </p:pic>
      <p:pic>
        <p:nvPicPr>
          <p:cNvPr id="14" name="Picture 13" descr="A red and white poker chip&#10;&#10;AI-generated content may be incorrect.">
            <a:extLst>
              <a:ext uri="{FF2B5EF4-FFF2-40B4-BE49-F238E27FC236}">
                <a16:creationId xmlns:a16="http://schemas.microsoft.com/office/drawing/2014/main" id="{D7BF4B9C-5183-8A2D-0D4D-2E676C5E2A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5001" r="4850" b="5150"/>
          <a:stretch/>
        </p:blipFill>
        <p:spPr>
          <a:xfrm rot="20707865">
            <a:off x="9057784" y="5593859"/>
            <a:ext cx="578943" cy="577016"/>
          </a:xfrm>
          <a:prstGeom prst="ellipse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CA89EEB-73BA-1107-ABB4-B3073672A4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15425">
            <a:off x="3248061" y="3921803"/>
            <a:ext cx="526830" cy="82363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109D721-8FA0-0C30-5892-817ADD5BBF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945597">
            <a:off x="3567961" y="4030245"/>
            <a:ext cx="518709" cy="78516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313D854-3336-3E31-7C6A-0AE0E7B6C9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607984">
            <a:off x="5050970" y="4194988"/>
            <a:ext cx="572458" cy="88070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B8F4556-2FC6-BF42-1732-D0EC50599E2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493982">
            <a:off x="5391313" y="4251607"/>
            <a:ext cx="610247" cy="91537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C013BB15-86CC-8517-B984-A29E62E0958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0149" y="4408171"/>
            <a:ext cx="513440" cy="786094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3ECDC7CD-7AE3-B12B-A083-CFEF7A3CDCE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49344" y="4407125"/>
            <a:ext cx="531202" cy="79497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18EAC5D1-6C2F-7F05-0160-D8E218C1A5E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21181036">
            <a:off x="8557526" y="4277479"/>
            <a:ext cx="580388" cy="88478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1841CE9-C468-EA97-BEED-1E1F92E21C0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21263436">
            <a:off x="8899274" y="4212273"/>
            <a:ext cx="615428" cy="94250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4210AEF1-20FB-8DF4-119D-3BF1BFE50DB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877911">
            <a:off x="3820109" y="4081234"/>
            <a:ext cx="561947" cy="860604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000E63E-FA73-4380-44AE-7DF98683F65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rot="491473">
            <a:off x="5636779" y="4313323"/>
            <a:ext cx="596663" cy="901167"/>
          </a:xfrm>
          <a:prstGeom prst="rect">
            <a:avLst/>
          </a:prstGeom>
        </p:spPr>
      </p:pic>
      <p:pic>
        <p:nvPicPr>
          <p:cNvPr id="29" name="Picture 28" descr="A rectangular blue and white rectangular pattern&#10;&#10;AI-generated content may be incorrect.">
            <a:extLst>
              <a:ext uri="{FF2B5EF4-FFF2-40B4-BE49-F238E27FC236}">
                <a16:creationId xmlns:a16="http://schemas.microsoft.com/office/drawing/2014/main" id="{30E16840-039D-70A0-70C2-FFD3AE4D1F4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7192" y="287977"/>
            <a:ext cx="663256" cy="926741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57FFA964-535B-7E78-B7A1-16B4BC6D4BBF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05049" y="250475"/>
            <a:ext cx="663255" cy="100174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5A02EF0-8F7A-034A-8C86-643A48DD708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451789" y="4418715"/>
            <a:ext cx="510961" cy="786095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5B8DE75D-8263-5F3F-A3F2-69629F8F6CFA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 rot="21104447">
            <a:off x="9224519" y="4104863"/>
            <a:ext cx="647612" cy="1013847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40EAB87A-D329-B4D3-F9D0-38912B292A20}"/>
              </a:ext>
            </a:extLst>
          </p:cNvPr>
          <p:cNvSpPr txBox="1"/>
          <p:nvPr/>
        </p:nvSpPr>
        <p:spPr>
          <a:xfrm>
            <a:off x="8009432" y="338905"/>
            <a:ext cx="40963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 Dealer flips over the face-down card and reveals an ace, giving a value of 17 and forcing them to stand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A77BFAEA-5B5D-9002-A1B9-C44F7C12E6EA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364423" y="261451"/>
            <a:ext cx="647829" cy="1000784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3D2083F4-A806-C63D-DB8C-0A8A03F0CA82}"/>
              </a:ext>
            </a:extLst>
          </p:cNvPr>
          <p:cNvSpPr txBox="1"/>
          <p:nvPr/>
        </p:nvSpPr>
        <p:spPr>
          <a:xfrm>
            <a:off x="1835181" y="3166300"/>
            <a:ext cx="40963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4. Player 2, with a total value of 19, receives a payout equal to their bet</a:t>
            </a:r>
          </a:p>
        </p:txBody>
      </p:sp>
      <p:pic>
        <p:nvPicPr>
          <p:cNvPr id="35" name="Picture 34" descr="A red and white poker chip&#10;&#10;AI-generated content may be incorrect.">
            <a:extLst>
              <a:ext uri="{FF2B5EF4-FFF2-40B4-BE49-F238E27FC236}">
                <a16:creationId xmlns:a16="http://schemas.microsoft.com/office/drawing/2014/main" id="{44C140E5-A910-6FD4-9CFF-03F9158F6B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5001" r="4850" b="5150"/>
          <a:stretch/>
        </p:blipFill>
        <p:spPr>
          <a:xfrm rot="760974">
            <a:off x="4995232" y="6296009"/>
            <a:ext cx="578943" cy="577016"/>
          </a:xfrm>
          <a:prstGeom prst="ellipse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15D3FA62-17B1-1BC0-8373-4A0B34ED7F51}"/>
              </a:ext>
            </a:extLst>
          </p:cNvPr>
          <p:cNvSpPr txBox="1"/>
          <p:nvPr/>
        </p:nvSpPr>
        <p:spPr>
          <a:xfrm>
            <a:off x="9218002" y="3166300"/>
            <a:ext cx="40963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5. The user, with a blackjack, receives a payout equal to their bet</a:t>
            </a:r>
          </a:p>
        </p:txBody>
      </p:sp>
      <p:pic>
        <p:nvPicPr>
          <p:cNvPr id="37" name="Picture 36" descr="A red and white poker chip&#10;&#10;AI-generated content may be incorrect.">
            <a:extLst>
              <a:ext uri="{FF2B5EF4-FFF2-40B4-BE49-F238E27FC236}">
                <a16:creationId xmlns:a16="http://schemas.microsoft.com/office/drawing/2014/main" id="{DBDA5171-C777-5F1D-5EAB-DA8CD9C61A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5001" r="4850" b="5150"/>
          <a:stretch/>
        </p:blipFill>
        <p:spPr>
          <a:xfrm rot="760974">
            <a:off x="7106499" y="6362428"/>
            <a:ext cx="578943" cy="577016"/>
          </a:xfrm>
          <a:prstGeom prst="ellipse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6F26170B-7D50-266E-04A2-39F8C91D514E}"/>
              </a:ext>
            </a:extLst>
          </p:cNvPr>
          <p:cNvSpPr txBox="1"/>
          <p:nvPr/>
        </p:nvSpPr>
        <p:spPr>
          <a:xfrm>
            <a:off x="10245303" y="6689414"/>
            <a:ext cx="40963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6. Player 4, with a value of 17, keeps their bet but receives no payout</a:t>
            </a:r>
          </a:p>
        </p:txBody>
      </p:sp>
      <p:sp>
        <p:nvSpPr>
          <p:cNvPr id="39" name="Rectangle 38">
            <a:hlinkClick r:id="rId19" action="ppaction://hlinksldjump"/>
            <a:extLst>
              <a:ext uri="{FF2B5EF4-FFF2-40B4-BE49-F238E27FC236}">
                <a16:creationId xmlns:a16="http://schemas.microsoft.com/office/drawing/2014/main" id="{483409A2-CC10-CA69-4CD0-ADC738D337DD}"/>
              </a:ext>
            </a:extLst>
          </p:cNvPr>
          <p:cNvSpPr/>
          <p:nvPr/>
        </p:nvSpPr>
        <p:spPr>
          <a:xfrm>
            <a:off x="656004" y="6799446"/>
            <a:ext cx="1542229" cy="730969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Leave Game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E35E5D9-7E55-769A-35BF-11C016C61786}"/>
              </a:ext>
            </a:extLst>
          </p:cNvPr>
          <p:cNvSpPr txBox="1"/>
          <p:nvPr/>
        </p:nvSpPr>
        <p:spPr>
          <a:xfrm>
            <a:off x="2473027" y="7504386"/>
            <a:ext cx="33310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7. A button appears, returning the user to the landing page</a:t>
            </a:r>
          </a:p>
        </p:txBody>
      </p:sp>
    </p:spTree>
    <p:extLst>
      <p:ext uri="{BB962C8B-B14F-4D97-AF65-F5344CB8AC3E}">
        <p14:creationId xmlns:p14="http://schemas.microsoft.com/office/powerpoint/2010/main" val="26939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10" grpId="0"/>
      <p:bldP spid="10" grpId="1"/>
      <p:bldP spid="11" grpId="0"/>
      <p:bldP spid="32" grpId="0"/>
      <p:bldP spid="32" grpId="1"/>
      <p:bldP spid="34" grpId="0"/>
      <p:bldP spid="34" grpId="1"/>
      <p:bldP spid="36" grpId="0"/>
      <p:bldP spid="36" grpId="1"/>
      <p:bldP spid="38" grpId="0"/>
      <p:bldP spid="38" grpId="1"/>
      <p:bldP spid="39" grpId="0" animBg="1"/>
      <p:bldP spid="40" grpId="0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1268</TotalTime>
  <Words>682</Words>
  <Application>Microsoft Office PowerPoint</Application>
  <PresentationFormat>Custom</PresentationFormat>
  <Paragraphs>87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Joshua Ngui</dc:creator>
  <cp:lastModifiedBy>Joshua Ngui</cp:lastModifiedBy>
  <cp:revision>1</cp:revision>
  <dcterms:created xsi:type="dcterms:W3CDTF">2025-02-26T17:29:29Z</dcterms:created>
  <dcterms:modified xsi:type="dcterms:W3CDTF">2025-03-02T18:19:26Z</dcterms:modified>
</cp:coreProperties>
</file>