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1" r:id="rId4"/>
    <p:sldId id="258" r:id="rId5"/>
    <p:sldId id="259" r:id="rId6"/>
    <p:sldId id="263" r:id="rId7"/>
    <p:sldId id="264" r:id="rId8"/>
    <p:sldId id="267" r:id="rId9"/>
    <p:sldId id="271" r:id="rId10"/>
    <p:sldId id="265" r:id="rId11"/>
    <p:sldId id="266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62" r:id="rId21"/>
    <p:sldId id="268" r:id="rId22"/>
    <p:sldId id="269" r:id="rId23"/>
    <p:sldId id="260" r:id="rId24"/>
    <p:sldId id="270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84A09D3B-FE9B-4272-B317-0DECC857A7D5}">
          <p14:sldIdLst>
            <p14:sldId id="256"/>
          </p14:sldIdLst>
        </p14:section>
        <p14:section name="Introduction" id="{EDDB8C9C-D1C3-4985-BE4B-53C49F1D475B}">
          <p14:sldIdLst>
            <p14:sldId id="257"/>
            <p14:sldId id="261"/>
          </p14:sldIdLst>
        </p14:section>
        <p14:section name="Demo Run" id="{E238691B-4CCB-42D4-A7B0-4DBD2461B5F1}">
          <p14:sldIdLst>
            <p14:sldId id="258"/>
          </p14:sldIdLst>
        </p14:section>
        <p14:section name="Code Highlights" id="{C0A622D6-D94A-492B-8AD6-581AD9BBAB10}">
          <p14:sldIdLst>
            <p14:sldId id="259"/>
            <p14:sldId id="263"/>
            <p14:sldId id="264"/>
            <p14:sldId id="267"/>
            <p14:sldId id="271"/>
            <p14:sldId id="265"/>
            <p14:sldId id="266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Kanban Methodology" id="{B56E0596-6C2A-4F92-818F-84D7B1007615}">
          <p14:sldIdLst>
            <p14:sldId id="262"/>
            <p14:sldId id="268"/>
            <p14:sldId id="269"/>
          </p14:sldIdLst>
        </p14:section>
        <p14:section name="Conclusion" id="{429B3186-34FD-46AD-B257-B19FAAEB1DE2}">
          <p14:sldIdLst>
            <p14:sldId id="260"/>
            <p14:sldId id="270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5BDBA0-44B9-4CDA-A9AA-CE679FA34989}" v="32" dt="2025-03-04T02:44:21.245"/>
    <p1510:client id="{E8C3A157-1D5C-CA32-D727-FBC29E844C00}" v="1" dt="2025-03-04T02:28:38.1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64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Aladeselu" userId="S::baladeselu1@student.gsu.edu::a62bb1b0-7449-467f-b574-fb09fe67bf1a" providerId="AD" clId="Web-{E8C3A157-1D5C-CA32-D727-FBC29E844C00}"/>
    <pc:docChg chg="modSld">
      <pc:chgData name="Brian Aladeselu" userId="S::baladeselu1@student.gsu.edu::a62bb1b0-7449-467f-b574-fb09fe67bf1a" providerId="AD" clId="Web-{E8C3A157-1D5C-CA32-D727-FBC29E844C00}" dt="2025-03-04T02:28:38.106" v="0"/>
      <pc:docMkLst>
        <pc:docMk/>
      </pc:docMkLst>
      <pc:sldChg chg="delSp">
        <pc:chgData name="Brian Aladeselu" userId="S::baladeselu1@student.gsu.edu::a62bb1b0-7449-467f-b574-fb09fe67bf1a" providerId="AD" clId="Web-{E8C3A157-1D5C-CA32-D727-FBC29E844C00}" dt="2025-03-04T02:28:38.106" v="0"/>
        <pc:sldMkLst>
          <pc:docMk/>
          <pc:sldMk cId="1984379781" sldId="260"/>
        </pc:sldMkLst>
        <pc:spChg chg="del">
          <ac:chgData name="Brian Aladeselu" userId="S::baladeselu1@student.gsu.edu::a62bb1b0-7449-467f-b574-fb09fe67bf1a" providerId="AD" clId="Web-{E8C3A157-1D5C-CA32-D727-FBC29E844C00}" dt="2025-03-04T02:28:38.106" v="0"/>
          <ac:spMkLst>
            <pc:docMk/>
            <pc:sldMk cId="1984379781" sldId="260"/>
            <ac:spMk id="3" creationId="{AF2FD814-8413-18AA-3A68-5A4D05114310}"/>
          </ac:spMkLst>
        </pc:spChg>
      </pc:sldChg>
    </pc:docChg>
  </pc:docChgLst>
  <pc:docChgLst>
    <pc:chgData name="Joshua Ngui" userId="a6167923-c110-409b-bad0-723368df3cb1" providerId="ADAL" clId="{A15BDBA0-44B9-4CDA-A9AA-CE679FA34989}"/>
    <pc:docChg chg="undo redo custSel addSld modSld sldOrd addSection modSection">
      <pc:chgData name="Joshua Ngui" userId="a6167923-c110-409b-bad0-723368df3cb1" providerId="ADAL" clId="{A15BDBA0-44B9-4CDA-A9AA-CE679FA34989}" dt="2025-03-04T03:31:03.467" v="4895" actId="20577"/>
      <pc:docMkLst>
        <pc:docMk/>
      </pc:docMkLst>
      <pc:sldChg chg="modSp mod">
        <pc:chgData name="Joshua Ngui" userId="a6167923-c110-409b-bad0-723368df3cb1" providerId="ADAL" clId="{A15BDBA0-44B9-4CDA-A9AA-CE679FA34989}" dt="2025-03-04T02:27:50.532" v="4619"/>
        <pc:sldMkLst>
          <pc:docMk/>
          <pc:sldMk cId="581618619" sldId="256"/>
        </pc:sldMkLst>
        <pc:spChg chg="mod">
          <ac:chgData name="Joshua Ngui" userId="a6167923-c110-409b-bad0-723368df3cb1" providerId="ADAL" clId="{A15BDBA0-44B9-4CDA-A9AA-CE679FA34989}" dt="2025-03-03T07:32:16.948" v="62" actId="255"/>
          <ac:spMkLst>
            <pc:docMk/>
            <pc:sldMk cId="581618619" sldId="256"/>
            <ac:spMk id="2" creationId="{3E8B3E55-7694-CD6D-4D86-D2F7DA57B7EA}"/>
          </ac:spMkLst>
        </pc:spChg>
        <pc:spChg chg="mod">
          <ac:chgData name="Joshua Ngui" userId="a6167923-c110-409b-bad0-723368df3cb1" providerId="ADAL" clId="{A15BDBA0-44B9-4CDA-A9AA-CE679FA34989}" dt="2025-03-04T02:27:50.532" v="4619"/>
          <ac:spMkLst>
            <pc:docMk/>
            <pc:sldMk cId="581618619" sldId="256"/>
            <ac:spMk id="3" creationId="{842ADA02-B72B-7FA5-3DEB-5C44F3CF6CF6}"/>
          </ac:spMkLst>
        </pc:spChg>
      </pc:sldChg>
      <pc:sldChg chg="addSp delSp modSp new mod modClrScheme chgLayout">
        <pc:chgData name="Joshua Ngui" userId="a6167923-c110-409b-bad0-723368df3cb1" providerId="ADAL" clId="{A15BDBA0-44B9-4CDA-A9AA-CE679FA34989}" dt="2025-03-03T19:25:12.030" v="133" actId="20577"/>
        <pc:sldMkLst>
          <pc:docMk/>
          <pc:sldMk cId="4035602088" sldId="257"/>
        </pc:sldMkLst>
        <pc:spChg chg="del mod ord">
          <ac:chgData name="Joshua Ngui" userId="a6167923-c110-409b-bad0-723368df3cb1" providerId="ADAL" clId="{A15BDBA0-44B9-4CDA-A9AA-CE679FA34989}" dt="2025-03-03T07:32:30.042" v="64" actId="700"/>
          <ac:spMkLst>
            <pc:docMk/>
            <pc:sldMk cId="4035602088" sldId="257"/>
            <ac:spMk id="2" creationId="{175FC26A-41B6-62E7-748B-A9489B9B057C}"/>
          </ac:spMkLst>
        </pc:spChg>
        <pc:spChg chg="del mod ord">
          <ac:chgData name="Joshua Ngui" userId="a6167923-c110-409b-bad0-723368df3cb1" providerId="ADAL" clId="{A15BDBA0-44B9-4CDA-A9AA-CE679FA34989}" dt="2025-03-03T07:32:30.042" v="64" actId="700"/>
          <ac:spMkLst>
            <pc:docMk/>
            <pc:sldMk cId="4035602088" sldId="257"/>
            <ac:spMk id="3" creationId="{8B902D3D-DE58-3A68-5AF8-63254157C18C}"/>
          </ac:spMkLst>
        </pc:spChg>
        <pc:spChg chg="add mod ord">
          <ac:chgData name="Joshua Ngui" userId="a6167923-c110-409b-bad0-723368df3cb1" providerId="ADAL" clId="{A15BDBA0-44B9-4CDA-A9AA-CE679FA34989}" dt="2025-03-03T19:21:34.442" v="76" actId="20577"/>
          <ac:spMkLst>
            <pc:docMk/>
            <pc:sldMk cId="4035602088" sldId="257"/>
            <ac:spMk id="4" creationId="{1E310983-0B9A-5FE9-31A9-08174B1A841B}"/>
          </ac:spMkLst>
        </pc:spChg>
        <pc:spChg chg="add mod ord">
          <ac:chgData name="Joshua Ngui" userId="a6167923-c110-409b-bad0-723368df3cb1" providerId="ADAL" clId="{A15BDBA0-44B9-4CDA-A9AA-CE679FA34989}" dt="2025-03-03T19:25:12.030" v="133" actId="20577"/>
          <ac:spMkLst>
            <pc:docMk/>
            <pc:sldMk cId="4035602088" sldId="257"/>
            <ac:spMk id="5" creationId="{8D08F1CC-9641-974E-7717-E850291CEFB1}"/>
          </ac:spMkLst>
        </pc:spChg>
      </pc:sldChg>
      <pc:sldChg chg="modSp new mod">
        <pc:chgData name="Joshua Ngui" userId="a6167923-c110-409b-bad0-723368df3cb1" providerId="ADAL" clId="{A15BDBA0-44B9-4CDA-A9AA-CE679FA34989}" dt="2025-03-03T20:11:44.113" v="431"/>
        <pc:sldMkLst>
          <pc:docMk/>
          <pc:sldMk cId="3658540765" sldId="258"/>
        </pc:sldMkLst>
        <pc:spChg chg="mod">
          <ac:chgData name="Joshua Ngui" userId="a6167923-c110-409b-bad0-723368df3cb1" providerId="ADAL" clId="{A15BDBA0-44B9-4CDA-A9AA-CE679FA34989}" dt="2025-03-03T19:21:39.423" v="85" actId="20577"/>
          <ac:spMkLst>
            <pc:docMk/>
            <pc:sldMk cId="3658540765" sldId="258"/>
            <ac:spMk id="2" creationId="{4912D1DA-69D3-32AC-A77E-07C390A09CBE}"/>
          </ac:spMkLst>
        </pc:spChg>
        <pc:spChg chg="mod">
          <ac:chgData name="Joshua Ngui" userId="a6167923-c110-409b-bad0-723368df3cb1" providerId="ADAL" clId="{A15BDBA0-44B9-4CDA-A9AA-CE679FA34989}" dt="2025-03-03T20:11:44.113" v="431"/>
          <ac:spMkLst>
            <pc:docMk/>
            <pc:sldMk cId="3658540765" sldId="258"/>
            <ac:spMk id="3" creationId="{0CCBBC4B-F681-74CE-BA1A-E5A234FF28FE}"/>
          </ac:spMkLst>
        </pc:spChg>
      </pc:sldChg>
      <pc:sldChg chg="modSp new mod">
        <pc:chgData name="Joshua Ngui" userId="a6167923-c110-409b-bad0-723368df3cb1" providerId="ADAL" clId="{A15BDBA0-44B9-4CDA-A9AA-CE679FA34989}" dt="2025-03-03T19:25:28.265" v="154" actId="20577"/>
        <pc:sldMkLst>
          <pc:docMk/>
          <pc:sldMk cId="2192933709" sldId="259"/>
        </pc:sldMkLst>
        <pc:spChg chg="mod">
          <ac:chgData name="Joshua Ngui" userId="a6167923-c110-409b-bad0-723368df3cb1" providerId="ADAL" clId="{A15BDBA0-44B9-4CDA-A9AA-CE679FA34989}" dt="2025-03-03T19:21:59.474" v="101" actId="20577"/>
          <ac:spMkLst>
            <pc:docMk/>
            <pc:sldMk cId="2192933709" sldId="259"/>
            <ac:spMk id="2" creationId="{DDF67A19-4884-C9F1-659F-C6C37120264C}"/>
          </ac:spMkLst>
        </pc:spChg>
        <pc:spChg chg="mod">
          <ac:chgData name="Joshua Ngui" userId="a6167923-c110-409b-bad0-723368df3cb1" providerId="ADAL" clId="{A15BDBA0-44B9-4CDA-A9AA-CE679FA34989}" dt="2025-03-03T19:25:28.265" v="154" actId="20577"/>
          <ac:spMkLst>
            <pc:docMk/>
            <pc:sldMk cId="2192933709" sldId="259"/>
            <ac:spMk id="3" creationId="{78901EC3-D439-A2DF-632E-A7D00AE2A760}"/>
          </ac:spMkLst>
        </pc:spChg>
      </pc:sldChg>
      <pc:sldChg chg="addSp delSp modSp new mod modClrScheme chgLayout">
        <pc:chgData name="Joshua Ngui" userId="a6167923-c110-409b-bad0-723368df3cb1" providerId="ADAL" clId="{A15BDBA0-44B9-4CDA-A9AA-CE679FA34989}" dt="2025-03-04T00:38:14.290" v="2207" actId="700"/>
        <pc:sldMkLst>
          <pc:docMk/>
          <pc:sldMk cId="1984379781" sldId="260"/>
        </pc:sldMkLst>
        <pc:spChg chg="mod ord">
          <ac:chgData name="Joshua Ngui" userId="a6167923-c110-409b-bad0-723368df3cb1" providerId="ADAL" clId="{A15BDBA0-44B9-4CDA-A9AA-CE679FA34989}" dt="2025-03-04T00:38:14.290" v="2207" actId="700"/>
          <ac:spMkLst>
            <pc:docMk/>
            <pc:sldMk cId="1984379781" sldId="260"/>
            <ac:spMk id="2" creationId="{F7E9A8E7-C6FA-3E69-8602-BEA10AB1108E}"/>
          </ac:spMkLst>
        </pc:spChg>
        <pc:spChg chg="add del mod ord">
          <ac:chgData name="Joshua Ngui" userId="a6167923-c110-409b-bad0-723368df3cb1" providerId="ADAL" clId="{A15BDBA0-44B9-4CDA-A9AA-CE679FA34989}" dt="2025-03-04T00:38:14.290" v="2207" actId="700"/>
          <ac:spMkLst>
            <pc:docMk/>
            <pc:sldMk cId="1984379781" sldId="260"/>
            <ac:spMk id="3" creationId="{AF2FD814-8413-18AA-3A68-5A4D05114310}"/>
          </ac:spMkLst>
        </pc:spChg>
        <pc:spChg chg="add del mod ord">
          <ac:chgData name="Joshua Ngui" userId="a6167923-c110-409b-bad0-723368df3cb1" providerId="ADAL" clId="{A15BDBA0-44B9-4CDA-A9AA-CE679FA34989}" dt="2025-03-04T00:38:14.290" v="2207" actId="700"/>
          <ac:spMkLst>
            <pc:docMk/>
            <pc:sldMk cId="1984379781" sldId="260"/>
            <ac:spMk id="4" creationId="{D472AD15-9AC5-0F74-BB75-750C2951D793}"/>
          </ac:spMkLst>
        </pc:spChg>
      </pc:sldChg>
      <pc:sldChg chg="addSp delSp modSp new mod modClrScheme chgLayout">
        <pc:chgData name="Joshua Ngui" userId="a6167923-c110-409b-bad0-723368df3cb1" providerId="ADAL" clId="{A15BDBA0-44B9-4CDA-A9AA-CE679FA34989}" dt="2025-03-04T00:19:25.469" v="1831" actId="20577"/>
        <pc:sldMkLst>
          <pc:docMk/>
          <pc:sldMk cId="1843680792" sldId="261"/>
        </pc:sldMkLst>
        <pc:spChg chg="del mod ord">
          <ac:chgData name="Joshua Ngui" userId="a6167923-c110-409b-bad0-723368df3cb1" providerId="ADAL" clId="{A15BDBA0-44B9-4CDA-A9AA-CE679FA34989}" dt="2025-03-03T19:25:49.132" v="156" actId="700"/>
          <ac:spMkLst>
            <pc:docMk/>
            <pc:sldMk cId="1843680792" sldId="261"/>
            <ac:spMk id="2" creationId="{6119C0C0-3213-A8E8-CEFE-C7019B0EA04E}"/>
          </ac:spMkLst>
        </pc:spChg>
        <pc:spChg chg="del mod ord">
          <ac:chgData name="Joshua Ngui" userId="a6167923-c110-409b-bad0-723368df3cb1" providerId="ADAL" clId="{A15BDBA0-44B9-4CDA-A9AA-CE679FA34989}" dt="2025-03-03T19:25:49.132" v="156" actId="700"/>
          <ac:spMkLst>
            <pc:docMk/>
            <pc:sldMk cId="1843680792" sldId="261"/>
            <ac:spMk id="3" creationId="{1E833E4F-DB1D-4FA9-ACC6-CF90C362B244}"/>
          </ac:spMkLst>
        </pc:spChg>
        <pc:spChg chg="add mod ord">
          <ac:chgData name="Joshua Ngui" userId="a6167923-c110-409b-bad0-723368df3cb1" providerId="ADAL" clId="{A15BDBA0-44B9-4CDA-A9AA-CE679FA34989}" dt="2025-03-03T20:01:03.465" v="201" actId="20577"/>
          <ac:spMkLst>
            <pc:docMk/>
            <pc:sldMk cId="1843680792" sldId="261"/>
            <ac:spMk id="4" creationId="{CBAADC54-F1F4-4B1C-1840-6E1037EB4DFE}"/>
          </ac:spMkLst>
        </pc:spChg>
        <pc:spChg chg="add mod ord">
          <ac:chgData name="Joshua Ngui" userId="a6167923-c110-409b-bad0-723368df3cb1" providerId="ADAL" clId="{A15BDBA0-44B9-4CDA-A9AA-CE679FA34989}" dt="2025-03-04T00:19:25.469" v="1831" actId="20577"/>
          <ac:spMkLst>
            <pc:docMk/>
            <pc:sldMk cId="1843680792" sldId="261"/>
            <ac:spMk id="5" creationId="{D34D5C3E-0055-DE5D-EBF7-192161E7D000}"/>
          </ac:spMkLst>
        </pc:spChg>
      </pc:sldChg>
      <pc:sldChg chg="addSp delSp modSp new mod modClrScheme chgLayout">
        <pc:chgData name="Joshua Ngui" userId="a6167923-c110-409b-bad0-723368df3cb1" providerId="ADAL" clId="{A15BDBA0-44B9-4CDA-A9AA-CE679FA34989}" dt="2025-03-03T19:26:40.693" v="177" actId="700"/>
        <pc:sldMkLst>
          <pc:docMk/>
          <pc:sldMk cId="2642030700" sldId="262"/>
        </pc:sldMkLst>
        <pc:spChg chg="del mod ord">
          <ac:chgData name="Joshua Ngui" userId="a6167923-c110-409b-bad0-723368df3cb1" providerId="ADAL" clId="{A15BDBA0-44B9-4CDA-A9AA-CE679FA34989}" dt="2025-03-03T19:26:10.252" v="158" actId="700"/>
          <ac:spMkLst>
            <pc:docMk/>
            <pc:sldMk cId="2642030700" sldId="262"/>
            <ac:spMk id="2" creationId="{B50C1E0F-A94D-31B5-D324-4A30E3873D57}"/>
          </ac:spMkLst>
        </pc:spChg>
        <pc:spChg chg="del mod ord">
          <ac:chgData name="Joshua Ngui" userId="a6167923-c110-409b-bad0-723368df3cb1" providerId="ADAL" clId="{A15BDBA0-44B9-4CDA-A9AA-CE679FA34989}" dt="2025-03-03T19:26:10.252" v="158" actId="700"/>
          <ac:spMkLst>
            <pc:docMk/>
            <pc:sldMk cId="2642030700" sldId="262"/>
            <ac:spMk id="3" creationId="{47844237-AEC7-E544-50C8-5B418B16C9E1}"/>
          </ac:spMkLst>
        </pc:spChg>
        <pc:spChg chg="add mod ord">
          <ac:chgData name="Joshua Ngui" userId="a6167923-c110-409b-bad0-723368df3cb1" providerId="ADAL" clId="{A15BDBA0-44B9-4CDA-A9AA-CE679FA34989}" dt="2025-03-03T19:26:40.693" v="177" actId="700"/>
          <ac:spMkLst>
            <pc:docMk/>
            <pc:sldMk cId="2642030700" sldId="262"/>
            <ac:spMk id="4" creationId="{4C7AA8CB-237C-8652-0A68-4F581ABAEE59}"/>
          </ac:spMkLst>
        </pc:spChg>
        <pc:spChg chg="add del mod ord">
          <ac:chgData name="Joshua Ngui" userId="a6167923-c110-409b-bad0-723368df3cb1" providerId="ADAL" clId="{A15BDBA0-44B9-4CDA-A9AA-CE679FA34989}" dt="2025-03-03T19:26:40.693" v="177" actId="700"/>
          <ac:spMkLst>
            <pc:docMk/>
            <pc:sldMk cId="2642030700" sldId="262"/>
            <ac:spMk id="5" creationId="{1F2D1271-CF20-31AC-BC54-2D4003641A42}"/>
          </ac:spMkLst>
        </pc:spChg>
        <pc:spChg chg="add mod ord">
          <ac:chgData name="Joshua Ngui" userId="a6167923-c110-409b-bad0-723368df3cb1" providerId="ADAL" clId="{A15BDBA0-44B9-4CDA-A9AA-CE679FA34989}" dt="2025-03-03T19:26:40.693" v="177" actId="700"/>
          <ac:spMkLst>
            <pc:docMk/>
            <pc:sldMk cId="2642030700" sldId="262"/>
            <ac:spMk id="6" creationId="{A69207BF-1D13-2B62-1F17-196A5AFC3620}"/>
          </ac:spMkLst>
        </pc:spChg>
      </pc:sldChg>
      <pc:sldChg chg="addSp delSp modSp new mod modClrScheme chgLayout">
        <pc:chgData name="Joshua Ngui" userId="a6167923-c110-409b-bad0-723368df3cb1" providerId="ADAL" clId="{A15BDBA0-44B9-4CDA-A9AA-CE679FA34989}" dt="2025-03-04T03:11:53.271" v="4695" actId="20577"/>
        <pc:sldMkLst>
          <pc:docMk/>
          <pc:sldMk cId="605187323" sldId="263"/>
        </pc:sldMkLst>
        <pc:spChg chg="del mod ord">
          <ac:chgData name="Joshua Ngui" userId="a6167923-c110-409b-bad0-723368df3cb1" providerId="ADAL" clId="{A15BDBA0-44B9-4CDA-A9AA-CE679FA34989}" dt="2025-03-03T20:04:19.061" v="334" actId="700"/>
          <ac:spMkLst>
            <pc:docMk/>
            <pc:sldMk cId="605187323" sldId="263"/>
            <ac:spMk id="2" creationId="{7C412530-BCA5-3F21-3453-CEA33734DF72}"/>
          </ac:spMkLst>
        </pc:spChg>
        <pc:spChg chg="del mod ord">
          <ac:chgData name="Joshua Ngui" userId="a6167923-c110-409b-bad0-723368df3cb1" providerId="ADAL" clId="{A15BDBA0-44B9-4CDA-A9AA-CE679FA34989}" dt="2025-03-03T20:04:19.061" v="334" actId="700"/>
          <ac:spMkLst>
            <pc:docMk/>
            <pc:sldMk cId="605187323" sldId="263"/>
            <ac:spMk id="3" creationId="{DDA20DB3-525B-CD95-E7A8-4670D2103C0A}"/>
          </ac:spMkLst>
        </pc:spChg>
        <pc:spChg chg="add mod ord">
          <ac:chgData name="Joshua Ngui" userId="a6167923-c110-409b-bad0-723368df3cb1" providerId="ADAL" clId="{A15BDBA0-44B9-4CDA-A9AA-CE679FA34989}" dt="2025-03-03T20:04:40.065" v="351" actId="20577"/>
          <ac:spMkLst>
            <pc:docMk/>
            <pc:sldMk cId="605187323" sldId="263"/>
            <ac:spMk id="4" creationId="{1870FFCC-6CAD-F081-E0F3-68C838F20033}"/>
          </ac:spMkLst>
        </pc:spChg>
        <pc:spChg chg="add mod ord">
          <ac:chgData name="Joshua Ngui" userId="a6167923-c110-409b-bad0-723368df3cb1" providerId="ADAL" clId="{A15BDBA0-44B9-4CDA-A9AA-CE679FA34989}" dt="2025-03-04T03:11:53.271" v="4695" actId="20577"/>
          <ac:spMkLst>
            <pc:docMk/>
            <pc:sldMk cId="605187323" sldId="263"/>
            <ac:spMk id="5" creationId="{9D3095B5-AD1D-34DC-FA9B-9ABB0B30C9AB}"/>
          </ac:spMkLst>
        </pc:spChg>
      </pc:sldChg>
      <pc:sldChg chg="modSp new mod">
        <pc:chgData name="Joshua Ngui" userId="a6167923-c110-409b-bad0-723368df3cb1" providerId="ADAL" clId="{A15BDBA0-44B9-4CDA-A9AA-CE679FA34989}" dt="2025-03-03T23:09:11.078" v="1239" actId="2711"/>
        <pc:sldMkLst>
          <pc:docMk/>
          <pc:sldMk cId="3755306058" sldId="264"/>
        </pc:sldMkLst>
        <pc:spChg chg="mod">
          <ac:chgData name="Joshua Ngui" userId="a6167923-c110-409b-bad0-723368df3cb1" providerId="ADAL" clId="{A15BDBA0-44B9-4CDA-A9AA-CE679FA34989}" dt="2025-03-03T20:04:53.819" v="371" actId="20577"/>
          <ac:spMkLst>
            <pc:docMk/>
            <pc:sldMk cId="3755306058" sldId="264"/>
            <ac:spMk id="2" creationId="{22825B9A-31FE-7FAF-0456-B8A6D7484466}"/>
          </ac:spMkLst>
        </pc:spChg>
        <pc:spChg chg="mod">
          <ac:chgData name="Joshua Ngui" userId="a6167923-c110-409b-bad0-723368df3cb1" providerId="ADAL" clId="{A15BDBA0-44B9-4CDA-A9AA-CE679FA34989}" dt="2025-03-03T23:09:11.078" v="1239" actId="2711"/>
          <ac:spMkLst>
            <pc:docMk/>
            <pc:sldMk cId="3755306058" sldId="264"/>
            <ac:spMk id="3" creationId="{50FCEEE3-3FBE-123F-0674-F4FEFB4AF7FB}"/>
          </ac:spMkLst>
        </pc:spChg>
      </pc:sldChg>
      <pc:sldChg chg="addSp modSp new mod">
        <pc:chgData name="Joshua Ngui" userId="a6167923-c110-409b-bad0-723368df3cb1" providerId="ADAL" clId="{A15BDBA0-44B9-4CDA-A9AA-CE679FA34989}" dt="2025-03-04T02:44:21.245" v="4629" actId="1076"/>
        <pc:sldMkLst>
          <pc:docMk/>
          <pc:sldMk cId="843858608" sldId="265"/>
        </pc:sldMkLst>
        <pc:spChg chg="mod">
          <ac:chgData name="Joshua Ngui" userId="a6167923-c110-409b-bad0-723368df3cb1" providerId="ADAL" clId="{A15BDBA0-44B9-4CDA-A9AA-CE679FA34989}" dt="2025-03-03T20:05:03.959" v="388" actId="20577"/>
          <ac:spMkLst>
            <pc:docMk/>
            <pc:sldMk cId="843858608" sldId="265"/>
            <ac:spMk id="2" creationId="{5351E548-71C3-8200-FA2C-26FCBF0EB856}"/>
          </ac:spMkLst>
        </pc:spChg>
        <pc:spChg chg="mod">
          <ac:chgData name="Joshua Ngui" userId="a6167923-c110-409b-bad0-723368df3cb1" providerId="ADAL" clId="{A15BDBA0-44B9-4CDA-A9AA-CE679FA34989}" dt="2025-03-04T00:58:58.713" v="2779" actId="20577"/>
          <ac:spMkLst>
            <pc:docMk/>
            <pc:sldMk cId="843858608" sldId="265"/>
            <ac:spMk id="3" creationId="{0784CE68-B18B-377E-F87C-1504D646790C}"/>
          </ac:spMkLst>
        </pc:spChg>
        <pc:picChg chg="add mod">
          <ac:chgData name="Joshua Ngui" userId="a6167923-c110-409b-bad0-723368df3cb1" providerId="ADAL" clId="{A15BDBA0-44B9-4CDA-A9AA-CE679FA34989}" dt="2025-03-04T02:43:13.021" v="4621" actId="1076"/>
          <ac:picMkLst>
            <pc:docMk/>
            <pc:sldMk cId="843858608" sldId="265"/>
            <ac:picMk id="5" creationId="{F86DC837-186A-0A77-B18B-FCC75AF2A529}"/>
          </ac:picMkLst>
        </pc:picChg>
        <pc:picChg chg="add mod">
          <ac:chgData name="Joshua Ngui" userId="a6167923-c110-409b-bad0-723368df3cb1" providerId="ADAL" clId="{A15BDBA0-44B9-4CDA-A9AA-CE679FA34989}" dt="2025-03-04T02:43:43.749" v="4623" actId="1076"/>
          <ac:picMkLst>
            <pc:docMk/>
            <pc:sldMk cId="843858608" sldId="265"/>
            <ac:picMk id="7" creationId="{6E9A7F91-D270-F7DE-0624-3B8FAC76866E}"/>
          </ac:picMkLst>
        </pc:picChg>
        <pc:picChg chg="add mod">
          <ac:chgData name="Joshua Ngui" userId="a6167923-c110-409b-bad0-723368df3cb1" providerId="ADAL" clId="{A15BDBA0-44B9-4CDA-A9AA-CE679FA34989}" dt="2025-03-04T02:44:18.510" v="4628" actId="1076"/>
          <ac:picMkLst>
            <pc:docMk/>
            <pc:sldMk cId="843858608" sldId="265"/>
            <ac:picMk id="9" creationId="{01C5F194-30F3-D8D9-6FD4-23C757B24030}"/>
          </ac:picMkLst>
        </pc:picChg>
        <pc:picChg chg="add mod">
          <ac:chgData name="Joshua Ngui" userId="a6167923-c110-409b-bad0-723368df3cb1" providerId="ADAL" clId="{A15BDBA0-44B9-4CDA-A9AA-CE679FA34989}" dt="2025-03-04T02:44:21.245" v="4629" actId="1076"/>
          <ac:picMkLst>
            <pc:docMk/>
            <pc:sldMk cId="843858608" sldId="265"/>
            <ac:picMk id="11" creationId="{784A5881-2D46-38C6-A03F-794F6900B1ED}"/>
          </ac:picMkLst>
        </pc:picChg>
      </pc:sldChg>
      <pc:sldChg chg="addSp delSp modSp new mod">
        <pc:chgData name="Joshua Ngui" userId="a6167923-c110-409b-bad0-723368df3cb1" providerId="ADAL" clId="{A15BDBA0-44B9-4CDA-A9AA-CE679FA34989}" dt="2025-03-04T01:59:29.881" v="3812" actId="208"/>
        <pc:sldMkLst>
          <pc:docMk/>
          <pc:sldMk cId="2731497940" sldId="266"/>
        </pc:sldMkLst>
        <pc:spChg chg="mod">
          <ac:chgData name="Joshua Ngui" userId="a6167923-c110-409b-bad0-723368df3cb1" providerId="ADAL" clId="{A15BDBA0-44B9-4CDA-A9AA-CE679FA34989}" dt="2025-03-03T20:06:29.024" v="408" actId="20577"/>
          <ac:spMkLst>
            <pc:docMk/>
            <pc:sldMk cId="2731497940" sldId="266"/>
            <ac:spMk id="2" creationId="{9C36D104-A567-2441-D4F5-5C92C5A297C5}"/>
          </ac:spMkLst>
        </pc:spChg>
        <pc:spChg chg="del">
          <ac:chgData name="Joshua Ngui" userId="a6167923-c110-409b-bad0-723368df3cb1" providerId="ADAL" clId="{A15BDBA0-44B9-4CDA-A9AA-CE679FA34989}" dt="2025-03-04T01:57:45.355" v="3800" actId="478"/>
          <ac:spMkLst>
            <pc:docMk/>
            <pc:sldMk cId="2731497940" sldId="266"/>
            <ac:spMk id="3" creationId="{E4943803-50D8-B43C-B7B5-504925344235}"/>
          </ac:spMkLst>
        </pc:spChg>
        <pc:spChg chg="add mod">
          <ac:chgData name="Joshua Ngui" userId="a6167923-c110-409b-bad0-723368df3cb1" providerId="ADAL" clId="{A15BDBA0-44B9-4CDA-A9AA-CE679FA34989}" dt="2025-03-04T01:52:09.014" v="3740" actId="164"/>
          <ac:spMkLst>
            <pc:docMk/>
            <pc:sldMk cId="2731497940" sldId="266"/>
            <ac:spMk id="4" creationId="{D8F3658A-E95E-B86A-3B2F-CFC8C858C282}"/>
          </ac:spMkLst>
        </pc:spChg>
        <pc:spChg chg="add mod">
          <ac:chgData name="Joshua Ngui" userId="a6167923-c110-409b-bad0-723368df3cb1" providerId="ADAL" clId="{A15BDBA0-44B9-4CDA-A9AA-CE679FA34989}" dt="2025-03-04T01:52:09.014" v="3740" actId="164"/>
          <ac:spMkLst>
            <pc:docMk/>
            <pc:sldMk cId="2731497940" sldId="266"/>
            <ac:spMk id="5" creationId="{DCC6BB97-F1B9-840D-4DC6-A81EDCB90DF0}"/>
          </ac:spMkLst>
        </pc:spChg>
        <pc:spChg chg="mod">
          <ac:chgData name="Joshua Ngui" userId="a6167923-c110-409b-bad0-723368df3cb1" providerId="ADAL" clId="{A15BDBA0-44B9-4CDA-A9AA-CE679FA34989}" dt="2025-03-04T01:55:44.547" v="3785" actId="1076"/>
          <ac:spMkLst>
            <pc:docMk/>
            <pc:sldMk cId="2731497940" sldId="266"/>
            <ac:spMk id="8" creationId="{DF48F13F-7764-3BB9-CDA6-84C71D6C3456}"/>
          </ac:spMkLst>
        </pc:spChg>
        <pc:spChg chg="mod">
          <ac:chgData name="Joshua Ngui" userId="a6167923-c110-409b-bad0-723368df3cb1" providerId="ADAL" clId="{A15BDBA0-44B9-4CDA-A9AA-CE679FA34989}" dt="2025-03-04T01:56:32.916" v="3791" actId="1076"/>
          <ac:spMkLst>
            <pc:docMk/>
            <pc:sldMk cId="2731497940" sldId="266"/>
            <ac:spMk id="9" creationId="{F494F80F-210D-A59F-60E2-B0B08548D00C}"/>
          </ac:spMkLst>
        </pc:spChg>
        <pc:spChg chg="add mod">
          <ac:chgData name="Joshua Ngui" userId="a6167923-c110-409b-bad0-723368df3cb1" providerId="ADAL" clId="{A15BDBA0-44B9-4CDA-A9AA-CE679FA34989}" dt="2025-03-04T01:55:11.673" v="3773"/>
          <ac:spMkLst>
            <pc:docMk/>
            <pc:sldMk cId="2731497940" sldId="266"/>
            <ac:spMk id="10" creationId="{1A244ED1-1FD5-7534-7A7D-488F842D9DA0}"/>
          </ac:spMkLst>
        </pc:spChg>
        <pc:spChg chg="mod">
          <ac:chgData name="Joshua Ngui" userId="a6167923-c110-409b-bad0-723368df3cb1" providerId="ADAL" clId="{A15BDBA0-44B9-4CDA-A9AA-CE679FA34989}" dt="2025-03-04T01:57:37.103" v="3799" actId="1076"/>
          <ac:spMkLst>
            <pc:docMk/>
            <pc:sldMk cId="2731497940" sldId="266"/>
            <ac:spMk id="12" creationId="{A22F850B-E48E-9425-0D89-AF48B39F516F}"/>
          </ac:spMkLst>
        </pc:spChg>
        <pc:spChg chg="mod">
          <ac:chgData name="Joshua Ngui" userId="a6167923-c110-409b-bad0-723368df3cb1" providerId="ADAL" clId="{A15BDBA0-44B9-4CDA-A9AA-CE679FA34989}" dt="2025-03-04T01:55:58.052" v="3786" actId="1076"/>
          <ac:spMkLst>
            <pc:docMk/>
            <pc:sldMk cId="2731497940" sldId="266"/>
            <ac:spMk id="13" creationId="{C724C90A-E564-DAAF-CD39-4E9E94D3252D}"/>
          </ac:spMkLst>
        </pc:spChg>
        <pc:spChg chg="mod">
          <ac:chgData name="Joshua Ngui" userId="a6167923-c110-409b-bad0-723368df3cb1" providerId="ADAL" clId="{A15BDBA0-44B9-4CDA-A9AA-CE679FA34989}" dt="2025-03-04T01:55:19.272" v="3778" actId="20577"/>
          <ac:spMkLst>
            <pc:docMk/>
            <pc:sldMk cId="2731497940" sldId="266"/>
            <ac:spMk id="15" creationId="{5533D5E3-EEC9-D55A-99D5-54D6A3422D8F}"/>
          </ac:spMkLst>
        </pc:spChg>
        <pc:spChg chg="mod">
          <ac:chgData name="Joshua Ngui" userId="a6167923-c110-409b-bad0-723368df3cb1" providerId="ADAL" clId="{A15BDBA0-44B9-4CDA-A9AA-CE679FA34989}" dt="2025-03-04T01:56:07.842" v="3787" actId="1076"/>
          <ac:spMkLst>
            <pc:docMk/>
            <pc:sldMk cId="2731497940" sldId="266"/>
            <ac:spMk id="16" creationId="{CE74EC85-A167-3F02-0A48-015503D01860}"/>
          </ac:spMkLst>
        </pc:spChg>
        <pc:grpChg chg="add mod">
          <ac:chgData name="Joshua Ngui" userId="a6167923-c110-409b-bad0-723368df3cb1" providerId="ADAL" clId="{A15BDBA0-44B9-4CDA-A9AA-CE679FA34989}" dt="2025-03-04T01:56:47.233" v="3794" actId="1076"/>
          <ac:grpSpMkLst>
            <pc:docMk/>
            <pc:sldMk cId="2731497940" sldId="266"/>
            <ac:grpSpMk id="6" creationId="{9C5DED73-F948-E5A0-D5BD-B1A3C4099C19}"/>
          </ac:grpSpMkLst>
        </pc:grpChg>
        <pc:grpChg chg="add mod">
          <ac:chgData name="Joshua Ngui" userId="a6167923-c110-409b-bad0-723368df3cb1" providerId="ADAL" clId="{A15BDBA0-44B9-4CDA-A9AA-CE679FA34989}" dt="2025-03-04T01:57:04.552" v="3797" actId="1076"/>
          <ac:grpSpMkLst>
            <pc:docMk/>
            <pc:sldMk cId="2731497940" sldId="266"/>
            <ac:grpSpMk id="7" creationId="{94B0E586-ACA4-1301-2611-D2CB9030BEDD}"/>
          </ac:grpSpMkLst>
        </pc:grpChg>
        <pc:grpChg chg="add mod">
          <ac:chgData name="Joshua Ngui" userId="a6167923-c110-409b-bad0-723368df3cb1" providerId="ADAL" clId="{A15BDBA0-44B9-4CDA-A9AA-CE679FA34989}" dt="2025-03-04T01:59:27.290" v="3811" actId="1076"/>
          <ac:grpSpMkLst>
            <pc:docMk/>
            <pc:sldMk cId="2731497940" sldId="266"/>
            <ac:grpSpMk id="11" creationId="{B743E5D8-DAA7-0FDC-E799-85FF9E31C9BC}"/>
          </ac:grpSpMkLst>
        </pc:grpChg>
        <pc:grpChg chg="add mod">
          <ac:chgData name="Joshua Ngui" userId="a6167923-c110-409b-bad0-723368df3cb1" providerId="ADAL" clId="{A15BDBA0-44B9-4CDA-A9AA-CE679FA34989}" dt="2025-03-04T01:57:08.724" v="3798" actId="1076"/>
          <ac:grpSpMkLst>
            <pc:docMk/>
            <pc:sldMk cId="2731497940" sldId="266"/>
            <ac:grpSpMk id="14" creationId="{C3B8167D-AE3D-138C-075D-46BD251EFFCD}"/>
          </ac:grpSpMkLst>
        </pc:grpChg>
        <pc:cxnChg chg="add mod">
          <ac:chgData name="Joshua Ngui" userId="a6167923-c110-409b-bad0-723368df3cb1" providerId="ADAL" clId="{A15BDBA0-44B9-4CDA-A9AA-CE679FA34989}" dt="2025-03-04T01:58:35.476" v="3805" actId="14100"/>
          <ac:cxnSpMkLst>
            <pc:docMk/>
            <pc:sldMk cId="2731497940" sldId="266"/>
            <ac:cxnSpMk id="18" creationId="{3480CDBD-7752-7751-C472-A094DFEC5C6E}"/>
          </ac:cxnSpMkLst>
        </pc:cxnChg>
        <pc:cxnChg chg="add mod">
          <ac:chgData name="Joshua Ngui" userId="a6167923-c110-409b-bad0-723368df3cb1" providerId="ADAL" clId="{A15BDBA0-44B9-4CDA-A9AA-CE679FA34989}" dt="2025-03-04T01:58:56.100" v="3807" actId="692"/>
          <ac:cxnSpMkLst>
            <pc:docMk/>
            <pc:sldMk cId="2731497940" sldId="266"/>
            <ac:cxnSpMk id="20" creationId="{E59D35AC-F50B-6440-712A-7F6F3722855C}"/>
          </ac:cxnSpMkLst>
        </pc:cxnChg>
        <pc:cxnChg chg="add mod">
          <ac:chgData name="Joshua Ngui" userId="a6167923-c110-409b-bad0-723368df3cb1" providerId="ADAL" clId="{A15BDBA0-44B9-4CDA-A9AA-CE679FA34989}" dt="2025-03-04T01:59:14.389" v="3809" actId="208"/>
          <ac:cxnSpMkLst>
            <pc:docMk/>
            <pc:sldMk cId="2731497940" sldId="266"/>
            <ac:cxnSpMk id="24" creationId="{E46F370B-289C-42DF-D210-68F4CD5131AC}"/>
          </ac:cxnSpMkLst>
        </pc:cxnChg>
        <pc:cxnChg chg="add mod">
          <ac:chgData name="Joshua Ngui" userId="a6167923-c110-409b-bad0-723368df3cb1" providerId="ADAL" clId="{A15BDBA0-44B9-4CDA-A9AA-CE679FA34989}" dt="2025-03-04T01:59:29.881" v="3812" actId="208"/>
          <ac:cxnSpMkLst>
            <pc:docMk/>
            <pc:sldMk cId="2731497940" sldId="266"/>
            <ac:cxnSpMk id="26" creationId="{A5DE165E-44A6-C154-52B8-1E315E4BD853}"/>
          </ac:cxnSpMkLst>
        </pc:cxnChg>
      </pc:sldChg>
      <pc:sldChg chg="addSp modSp new mod ord modClrScheme chgLayout">
        <pc:chgData name="Joshua Ngui" userId="a6167923-c110-409b-bad0-723368df3cb1" providerId="ADAL" clId="{A15BDBA0-44B9-4CDA-A9AA-CE679FA34989}" dt="2025-03-04T01:17:50.640" v="3273" actId="20577"/>
        <pc:sldMkLst>
          <pc:docMk/>
          <pc:sldMk cId="883669447" sldId="267"/>
        </pc:sldMkLst>
        <pc:spChg chg="mod ord">
          <ac:chgData name="Joshua Ngui" userId="a6167923-c110-409b-bad0-723368df3cb1" providerId="ADAL" clId="{A15BDBA0-44B9-4CDA-A9AA-CE679FA34989}" dt="2025-03-04T01:07:17.295" v="3044" actId="14100"/>
          <ac:spMkLst>
            <pc:docMk/>
            <pc:sldMk cId="883669447" sldId="267"/>
            <ac:spMk id="2" creationId="{1CC27CB2-B0BF-861D-4B36-713633E90AB8}"/>
          </ac:spMkLst>
        </pc:spChg>
        <pc:spChg chg="mod ord">
          <ac:chgData name="Joshua Ngui" userId="a6167923-c110-409b-bad0-723368df3cb1" providerId="ADAL" clId="{A15BDBA0-44B9-4CDA-A9AA-CE679FA34989}" dt="2025-03-04T01:17:49.032" v="3272" actId="20577"/>
          <ac:spMkLst>
            <pc:docMk/>
            <pc:sldMk cId="883669447" sldId="267"/>
            <ac:spMk id="3" creationId="{93D2A8D7-DB33-59B6-467F-20465891F023}"/>
          </ac:spMkLst>
        </pc:spChg>
        <pc:spChg chg="add mod ord">
          <ac:chgData name="Joshua Ngui" userId="a6167923-c110-409b-bad0-723368df3cb1" providerId="ADAL" clId="{A15BDBA0-44B9-4CDA-A9AA-CE679FA34989}" dt="2025-03-04T01:17:50.640" v="3273" actId="20577"/>
          <ac:spMkLst>
            <pc:docMk/>
            <pc:sldMk cId="883669447" sldId="267"/>
            <ac:spMk id="4" creationId="{247B8EAC-44FE-5E41-E3B9-45380DE06529}"/>
          </ac:spMkLst>
        </pc:spChg>
      </pc:sldChg>
      <pc:sldChg chg="addSp delSp modSp new mod modClrScheme chgLayout">
        <pc:chgData name="Joshua Ngui" userId="a6167923-c110-409b-bad0-723368df3cb1" providerId="ADAL" clId="{A15BDBA0-44B9-4CDA-A9AA-CE679FA34989}" dt="2025-03-04T03:31:03.467" v="4895" actId="20577"/>
        <pc:sldMkLst>
          <pc:docMk/>
          <pc:sldMk cId="4265424522" sldId="268"/>
        </pc:sldMkLst>
        <pc:spChg chg="del mod ord">
          <ac:chgData name="Joshua Ngui" userId="a6167923-c110-409b-bad0-723368df3cb1" providerId="ADAL" clId="{A15BDBA0-44B9-4CDA-A9AA-CE679FA34989}" dt="2025-03-03T21:20:57.210" v="433" actId="700"/>
          <ac:spMkLst>
            <pc:docMk/>
            <pc:sldMk cId="4265424522" sldId="268"/>
            <ac:spMk id="2" creationId="{82EFB065-CA9F-826B-1631-27D38B2A4D3A}"/>
          </ac:spMkLst>
        </pc:spChg>
        <pc:spChg chg="del mod ord">
          <ac:chgData name="Joshua Ngui" userId="a6167923-c110-409b-bad0-723368df3cb1" providerId="ADAL" clId="{A15BDBA0-44B9-4CDA-A9AA-CE679FA34989}" dt="2025-03-03T21:20:57.210" v="433" actId="700"/>
          <ac:spMkLst>
            <pc:docMk/>
            <pc:sldMk cId="4265424522" sldId="268"/>
            <ac:spMk id="3" creationId="{F9DA9C75-2AEC-967A-4411-FF21594B18F3}"/>
          </ac:spMkLst>
        </pc:spChg>
        <pc:spChg chg="add mod ord">
          <ac:chgData name="Joshua Ngui" userId="a6167923-c110-409b-bad0-723368df3cb1" providerId="ADAL" clId="{A15BDBA0-44B9-4CDA-A9AA-CE679FA34989}" dt="2025-03-04T00:09:57.601" v="1503" actId="20577"/>
          <ac:spMkLst>
            <pc:docMk/>
            <pc:sldMk cId="4265424522" sldId="268"/>
            <ac:spMk id="4" creationId="{8414B055-5A37-5377-22BB-8929FD198A4D}"/>
          </ac:spMkLst>
        </pc:spChg>
        <pc:spChg chg="add mod ord">
          <ac:chgData name="Joshua Ngui" userId="a6167923-c110-409b-bad0-723368df3cb1" providerId="ADAL" clId="{A15BDBA0-44B9-4CDA-A9AA-CE679FA34989}" dt="2025-03-04T03:31:03.467" v="4895" actId="20577"/>
          <ac:spMkLst>
            <pc:docMk/>
            <pc:sldMk cId="4265424522" sldId="268"/>
            <ac:spMk id="5" creationId="{48D1B7CC-782C-ECAD-C287-06B55C563878}"/>
          </ac:spMkLst>
        </pc:spChg>
      </pc:sldChg>
      <pc:sldChg chg="modSp new mod">
        <pc:chgData name="Joshua Ngui" userId="a6167923-c110-409b-bad0-723368df3cb1" providerId="ADAL" clId="{A15BDBA0-44B9-4CDA-A9AA-CE679FA34989}" dt="2025-03-04T02:26:46.092" v="4575" actId="20577"/>
        <pc:sldMkLst>
          <pc:docMk/>
          <pc:sldMk cId="4043565545" sldId="269"/>
        </pc:sldMkLst>
        <pc:spChg chg="mod">
          <ac:chgData name="Joshua Ngui" userId="a6167923-c110-409b-bad0-723368df3cb1" providerId="ADAL" clId="{A15BDBA0-44B9-4CDA-A9AA-CE679FA34989}" dt="2025-03-04T00:13:10.208" v="1607" actId="20577"/>
          <ac:spMkLst>
            <pc:docMk/>
            <pc:sldMk cId="4043565545" sldId="269"/>
            <ac:spMk id="2" creationId="{437C217F-65CF-D1EA-A904-C6B60FA1B801}"/>
          </ac:spMkLst>
        </pc:spChg>
        <pc:spChg chg="mod">
          <ac:chgData name="Joshua Ngui" userId="a6167923-c110-409b-bad0-723368df3cb1" providerId="ADAL" clId="{A15BDBA0-44B9-4CDA-A9AA-CE679FA34989}" dt="2025-03-04T02:26:46.092" v="4575" actId="20577"/>
          <ac:spMkLst>
            <pc:docMk/>
            <pc:sldMk cId="4043565545" sldId="269"/>
            <ac:spMk id="3" creationId="{5BE80B09-68E7-FD36-4A48-63A717D7535B}"/>
          </ac:spMkLst>
        </pc:spChg>
      </pc:sldChg>
      <pc:sldChg chg="addSp delSp modSp new mod modClrScheme chgLayout">
        <pc:chgData name="Joshua Ngui" userId="a6167923-c110-409b-bad0-723368df3cb1" providerId="ADAL" clId="{A15BDBA0-44B9-4CDA-A9AA-CE679FA34989}" dt="2025-03-04T00:57:11.759" v="2644" actId="2711"/>
        <pc:sldMkLst>
          <pc:docMk/>
          <pc:sldMk cId="3127686628" sldId="270"/>
        </pc:sldMkLst>
        <pc:spChg chg="del mod ord">
          <ac:chgData name="Joshua Ngui" userId="a6167923-c110-409b-bad0-723368df3cb1" providerId="ADAL" clId="{A15BDBA0-44B9-4CDA-A9AA-CE679FA34989}" dt="2025-03-04T00:38:20.820" v="2209" actId="700"/>
          <ac:spMkLst>
            <pc:docMk/>
            <pc:sldMk cId="3127686628" sldId="270"/>
            <ac:spMk id="2" creationId="{F1E896BB-1637-F7B5-D7BC-FCBF395E1D78}"/>
          </ac:spMkLst>
        </pc:spChg>
        <pc:spChg chg="del mod ord">
          <ac:chgData name="Joshua Ngui" userId="a6167923-c110-409b-bad0-723368df3cb1" providerId="ADAL" clId="{A15BDBA0-44B9-4CDA-A9AA-CE679FA34989}" dt="2025-03-04T00:38:20.820" v="2209" actId="700"/>
          <ac:spMkLst>
            <pc:docMk/>
            <pc:sldMk cId="3127686628" sldId="270"/>
            <ac:spMk id="3" creationId="{36457737-AF25-404B-B641-C758B378EA7B}"/>
          </ac:spMkLst>
        </pc:spChg>
        <pc:spChg chg="add mod ord">
          <ac:chgData name="Joshua Ngui" userId="a6167923-c110-409b-bad0-723368df3cb1" providerId="ADAL" clId="{A15BDBA0-44B9-4CDA-A9AA-CE679FA34989}" dt="2025-03-04T00:50:37.634" v="2462" actId="20577"/>
          <ac:spMkLst>
            <pc:docMk/>
            <pc:sldMk cId="3127686628" sldId="270"/>
            <ac:spMk id="4" creationId="{DFA1BA63-0D91-7296-E201-D2396A12399B}"/>
          </ac:spMkLst>
        </pc:spChg>
        <pc:spChg chg="add mod ord">
          <ac:chgData name="Joshua Ngui" userId="a6167923-c110-409b-bad0-723368df3cb1" providerId="ADAL" clId="{A15BDBA0-44B9-4CDA-A9AA-CE679FA34989}" dt="2025-03-04T00:57:11.759" v="2644" actId="2711"/>
          <ac:spMkLst>
            <pc:docMk/>
            <pc:sldMk cId="3127686628" sldId="270"/>
            <ac:spMk id="5" creationId="{7D5804DB-226B-C5D7-5A12-F8050065ACBF}"/>
          </ac:spMkLst>
        </pc:spChg>
      </pc:sldChg>
      <pc:sldChg chg="modSp add mod">
        <pc:chgData name="Joshua Ngui" userId="a6167923-c110-409b-bad0-723368df3cb1" providerId="ADAL" clId="{A15BDBA0-44B9-4CDA-A9AA-CE679FA34989}" dt="2025-03-04T01:27:23.673" v="3665" actId="404"/>
        <pc:sldMkLst>
          <pc:docMk/>
          <pc:sldMk cId="211789982" sldId="271"/>
        </pc:sldMkLst>
        <pc:spChg chg="mod">
          <ac:chgData name="Joshua Ngui" userId="a6167923-c110-409b-bad0-723368df3cb1" providerId="ADAL" clId="{A15BDBA0-44B9-4CDA-A9AA-CE679FA34989}" dt="2025-03-04T01:17:42.667" v="3271" actId="20577"/>
          <ac:spMkLst>
            <pc:docMk/>
            <pc:sldMk cId="211789982" sldId="271"/>
            <ac:spMk id="2" creationId="{B8730026-8AE2-CAAD-2859-86FA718C48A2}"/>
          </ac:spMkLst>
        </pc:spChg>
        <pc:spChg chg="mod">
          <ac:chgData name="Joshua Ngui" userId="a6167923-c110-409b-bad0-723368df3cb1" providerId="ADAL" clId="{A15BDBA0-44B9-4CDA-A9AA-CE679FA34989}" dt="2025-03-04T01:26:36.026" v="3641" actId="255"/>
          <ac:spMkLst>
            <pc:docMk/>
            <pc:sldMk cId="211789982" sldId="271"/>
            <ac:spMk id="3" creationId="{BD35BF8D-1EDF-E758-6406-AF348601F38E}"/>
          </ac:spMkLst>
        </pc:spChg>
        <pc:spChg chg="mod">
          <ac:chgData name="Joshua Ngui" userId="a6167923-c110-409b-bad0-723368df3cb1" providerId="ADAL" clId="{A15BDBA0-44B9-4CDA-A9AA-CE679FA34989}" dt="2025-03-04T01:27:23.673" v="3665" actId="404"/>
          <ac:spMkLst>
            <pc:docMk/>
            <pc:sldMk cId="211789982" sldId="271"/>
            <ac:spMk id="4" creationId="{550BFF51-BAB6-CD4C-E662-6C8771A25140}"/>
          </ac:spMkLst>
        </pc:spChg>
      </pc:sldChg>
      <pc:sldChg chg="addSp modSp add mod">
        <pc:chgData name="Joshua Ngui" userId="a6167923-c110-409b-bad0-723368df3cb1" providerId="ADAL" clId="{A15BDBA0-44B9-4CDA-A9AA-CE679FA34989}" dt="2025-03-04T02:05:32.279" v="3938" actId="20577"/>
        <pc:sldMkLst>
          <pc:docMk/>
          <pc:sldMk cId="419262021" sldId="272"/>
        </pc:sldMkLst>
        <pc:spChg chg="mod">
          <ac:chgData name="Joshua Ngui" userId="a6167923-c110-409b-bad0-723368df3cb1" providerId="ADAL" clId="{A15BDBA0-44B9-4CDA-A9AA-CE679FA34989}" dt="2025-03-04T02:04:15.338" v="3890" actId="20577"/>
          <ac:spMkLst>
            <pc:docMk/>
            <pc:sldMk cId="419262021" sldId="272"/>
            <ac:spMk id="2" creationId="{A584A7FA-C172-30F6-44FC-08E5E7DDE032}"/>
          </ac:spMkLst>
        </pc:spChg>
        <pc:spChg chg="mod">
          <ac:chgData name="Joshua Ngui" userId="a6167923-c110-409b-bad0-723368df3cb1" providerId="ADAL" clId="{A15BDBA0-44B9-4CDA-A9AA-CE679FA34989}" dt="2025-03-04T01:59:48.537" v="3825" actId="20577"/>
          <ac:spMkLst>
            <pc:docMk/>
            <pc:sldMk cId="419262021" sldId="272"/>
            <ac:spMk id="4" creationId="{1F2A00A0-F2E6-9D1D-1815-F8FF7F38B9FB}"/>
          </ac:spMkLst>
        </pc:spChg>
        <pc:spChg chg="mod">
          <ac:chgData name="Joshua Ngui" userId="a6167923-c110-409b-bad0-723368df3cb1" providerId="ADAL" clId="{A15BDBA0-44B9-4CDA-A9AA-CE679FA34989}" dt="2025-03-04T02:01:24.529" v="3851" actId="20577"/>
          <ac:spMkLst>
            <pc:docMk/>
            <pc:sldMk cId="419262021" sldId="272"/>
            <ac:spMk id="8" creationId="{CDDB2BC8-180A-4DFA-328D-F99C819DD5CE}"/>
          </ac:spMkLst>
        </pc:spChg>
        <pc:spChg chg="mod">
          <ac:chgData name="Joshua Ngui" userId="a6167923-c110-409b-bad0-723368df3cb1" providerId="ADAL" clId="{A15BDBA0-44B9-4CDA-A9AA-CE679FA34989}" dt="2025-03-04T02:05:32.279" v="3938" actId="20577"/>
          <ac:spMkLst>
            <pc:docMk/>
            <pc:sldMk cId="419262021" sldId="272"/>
            <ac:spMk id="9" creationId="{91632F55-DBCE-C031-285D-313DE302BB48}"/>
          </ac:spMkLst>
        </pc:spChg>
        <pc:spChg chg="mod">
          <ac:chgData name="Joshua Ngui" userId="a6167923-c110-409b-bad0-723368df3cb1" providerId="ADAL" clId="{A15BDBA0-44B9-4CDA-A9AA-CE679FA34989}" dt="2025-03-04T02:01:58.254" v="3859" actId="20577"/>
          <ac:spMkLst>
            <pc:docMk/>
            <pc:sldMk cId="419262021" sldId="272"/>
            <ac:spMk id="10" creationId="{AB7C9098-70B2-82D6-7A0F-3FBA247536EA}"/>
          </ac:spMkLst>
        </pc:spChg>
        <pc:spChg chg="mod">
          <ac:chgData name="Joshua Ngui" userId="a6167923-c110-409b-bad0-723368df3cb1" providerId="ADAL" clId="{A15BDBA0-44B9-4CDA-A9AA-CE679FA34989}" dt="2025-03-04T02:02:03.075" v="3863" actId="20577"/>
          <ac:spMkLst>
            <pc:docMk/>
            <pc:sldMk cId="419262021" sldId="272"/>
            <ac:spMk id="12" creationId="{7C72BB6F-F114-3B64-6B84-F0F5763B60B7}"/>
          </ac:spMkLst>
        </pc:spChg>
        <pc:spChg chg="mod">
          <ac:chgData name="Joshua Ngui" userId="a6167923-c110-409b-bad0-723368df3cb1" providerId="ADAL" clId="{A15BDBA0-44B9-4CDA-A9AA-CE679FA34989}" dt="2025-03-04T02:02:04.665" v="3865" actId="20577"/>
          <ac:spMkLst>
            <pc:docMk/>
            <pc:sldMk cId="419262021" sldId="272"/>
            <ac:spMk id="13" creationId="{2AEDE847-0BA0-7A85-15AE-8A3254B4996B}"/>
          </ac:spMkLst>
        </pc:spChg>
        <pc:spChg chg="mod">
          <ac:chgData name="Joshua Ngui" userId="a6167923-c110-409b-bad0-723368df3cb1" providerId="ADAL" clId="{A15BDBA0-44B9-4CDA-A9AA-CE679FA34989}" dt="2025-03-04T02:01:50.409" v="3855" actId="20577"/>
          <ac:spMkLst>
            <pc:docMk/>
            <pc:sldMk cId="419262021" sldId="272"/>
            <ac:spMk id="15" creationId="{6B689107-D872-610B-8F62-02B3872734AE}"/>
          </ac:spMkLst>
        </pc:spChg>
        <pc:spChg chg="mod">
          <ac:chgData name="Joshua Ngui" userId="a6167923-c110-409b-bad0-723368df3cb1" providerId="ADAL" clId="{A15BDBA0-44B9-4CDA-A9AA-CE679FA34989}" dt="2025-03-04T02:05:29.762" v="3936" actId="20577"/>
          <ac:spMkLst>
            <pc:docMk/>
            <pc:sldMk cId="419262021" sldId="272"/>
            <ac:spMk id="16" creationId="{12315585-3E76-11A1-059C-AA33726A33D8}"/>
          </ac:spMkLst>
        </pc:spChg>
        <pc:spChg chg="mod">
          <ac:chgData name="Joshua Ngui" userId="a6167923-c110-409b-bad0-723368df3cb1" providerId="ADAL" clId="{A15BDBA0-44B9-4CDA-A9AA-CE679FA34989}" dt="2025-03-04T02:02:00.999" v="3861" actId="20577"/>
          <ac:spMkLst>
            <pc:docMk/>
            <pc:sldMk cId="419262021" sldId="272"/>
            <ac:spMk id="17" creationId="{FA1DDA22-CBBA-AB85-7982-47C846404948}"/>
          </ac:spMkLst>
        </pc:spChg>
        <pc:grpChg chg="add mod">
          <ac:chgData name="Joshua Ngui" userId="a6167923-c110-409b-bad0-723368df3cb1" providerId="ADAL" clId="{A15BDBA0-44B9-4CDA-A9AA-CE679FA34989}" dt="2025-03-04T02:02:26.575" v="3869" actId="1076"/>
          <ac:grpSpMkLst>
            <pc:docMk/>
            <pc:sldMk cId="419262021" sldId="272"/>
            <ac:grpSpMk id="3" creationId="{AF3A8F30-742D-E56B-1F9C-80233B625188}"/>
          </ac:grpSpMkLst>
        </pc:grpChg>
        <pc:grpChg chg="mod">
          <ac:chgData name="Joshua Ngui" userId="a6167923-c110-409b-bad0-723368df3cb1" providerId="ADAL" clId="{A15BDBA0-44B9-4CDA-A9AA-CE679FA34989}" dt="2025-03-04T02:02:14.533" v="3867" actId="1076"/>
          <ac:grpSpMkLst>
            <pc:docMk/>
            <pc:sldMk cId="419262021" sldId="272"/>
            <ac:grpSpMk id="7" creationId="{8B621AA4-B0D7-CB71-B2D8-78A67843F706}"/>
          </ac:grpSpMkLst>
        </pc:grpChg>
        <pc:grpChg chg="mod">
          <ac:chgData name="Joshua Ngui" userId="a6167923-c110-409b-bad0-723368df3cb1" providerId="ADAL" clId="{A15BDBA0-44B9-4CDA-A9AA-CE679FA34989}" dt="2025-03-04T02:03:10.781" v="3878" actId="1076"/>
          <ac:grpSpMkLst>
            <pc:docMk/>
            <pc:sldMk cId="419262021" sldId="272"/>
            <ac:grpSpMk id="11" creationId="{34D8E98F-92AE-FDA4-5341-F297A787FEB4}"/>
          </ac:grpSpMkLst>
        </pc:grpChg>
        <pc:grpChg chg="mod">
          <ac:chgData name="Joshua Ngui" userId="a6167923-c110-409b-bad0-723368df3cb1" providerId="ADAL" clId="{A15BDBA0-44B9-4CDA-A9AA-CE679FA34989}" dt="2025-03-04T02:01:14.345" v="3848" actId="14100"/>
          <ac:grpSpMkLst>
            <pc:docMk/>
            <pc:sldMk cId="419262021" sldId="272"/>
            <ac:grpSpMk id="14" creationId="{E402844A-4871-33DB-02E9-7BD4DDBB4FA5}"/>
          </ac:grpSpMkLst>
        </pc:grpChg>
        <pc:cxnChg chg="add mod">
          <ac:chgData name="Joshua Ngui" userId="a6167923-c110-409b-bad0-723368df3cb1" providerId="ADAL" clId="{A15BDBA0-44B9-4CDA-A9AA-CE679FA34989}" dt="2025-03-04T02:02:43.194" v="3872" actId="208"/>
          <ac:cxnSpMkLst>
            <pc:docMk/>
            <pc:sldMk cId="419262021" sldId="272"/>
            <ac:cxnSpMk id="22" creationId="{8869DC0A-AFDB-5F60-B23B-AFE421AC5D66}"/>
          </ac:cxnSpMkLst>
        </pc:cxnChg>
        <pc:cxnChg chg="add mod">
          <ac:chgData name="Joshua Ngui" userId="a6167923-c110-409b-bad0-723368df3cb1" providerId="ADAL" clId="{A15BDBA0-44B9-4CDA-A9AA-CE679FA34989}" dt="2025-03-04T02:02:49.576" v="3874" actId="208"/>
          <ac:cxnSpMkLst>
            <pc:docMk/>
            <pc:sldMk cId="419262021" sldId="272"/>
            <ac:cxnSpMk id="25" creationId="{9F0C5296-D7B1-D728-A03D-C6F258F69DE9}"/>
          </ac:cxnSpMkLst>
        </pc:cxnChg>
        <pc:cxnChg chg="mod">
          <ac:chgData name="Joshua Ngui" userId="a6167923-c110-409b-bad0-723368df3cb1" providerId="ADAL" clId="{A15BDBA0-44B9-4CDA-A9AA-CE679FA34989}" dt="2025-03-04T02:02:22.683" v="3868" actId="14100"/>
          <ac:cxnSpMkLst>
            <pc:docMk/>
            <pc:sldMk cId="419262021" sldId="272"/>
            <ac:cxnSpMk id="26" creationId="{F36702E5-DB82-5B65-2C02-1F04864129D6}"/>
          </ac:cxnSpMkLst>
        </pc:cxnChg>
        <pc:cxnChg chg="add mod">
          <ac:chgData name="Joshua Ngui" userId="a6167923-c110-409b-bad0-723368df3cb1" providerId="ADAL" clId="{A15BDBA0-44B9-4CDA-A9AA-CE679FA34989}" dt="2025-03-04T02:03:26.460" v="3881" actId="14100"/>
          <ac:cxnSpMkLst>
            <pc:docMk/>
            <pc:sldMk cId="419262021" sldId="272"/>
            <ac:cxnSpMk id="28" creationId="{3D07E09F-66DB-04B7-ABDD-FCAD32C5A23F}"/>
          </ac:cxnSpMkLst>
        </pc:cxnChg>
        <pc:cxnChg chg="add mod">
          <ac:chgData name="Joshua Ngui" userId="a6167923-c110-409b-bad0-723368df3cb1" providerId="ADAL" clId="{A15BDBA0-44B9-4CDA-A9AA-CE679FA34989}" dt="2025-03-04T02:03:18.527" v="3880" actId="208"/>
          <ac:cxnSpMkLst>
            <pc:docMk/>
            <pc:sldMk cId="419262021" sldId="272"/>
            <ac:cxnSpMk id="30" creationId="{A2EF81F1-E5AB-5F17-C027-09212F7B5326}"/>
          </ac:cxnSpMkLst>
        </pc:cxnChg>
      </pc:sldChg>
      <pc:sldChg chg="addSp modSp add mod">
        <pc:chgData name="Joshua Ngui" userId="a6167923-c110-409b-bad0-723368df3cb1" providerId="ADAL" clId="{A15BDBA0-44B9-4CDA-A9AA-CE679FA34989}" dt="2025-03-04T02:06:23.654" v="3952" actId="208"/>
        <pc:sldMkLst>
          <pc:docMk/>
          <pc:sldMk cId="3808551010" sldId="273"/>
        </pc:sldMkLst>
        <pc:spChg chg="mod">
          <ac:chgData name="Joshua Ngui" userId="a6167923-c110-409b-bad0-723368df3cb1" providerId="ADAL" clId="{A15BDBA0-44B9-4CDA-A9AA-CE679FA34989}" dt="2025-03-04T02:04:20.750" v="3898" actId="20577"/>
          <ac:spMkLst>
            <pc:docMk/>
            <pc:sldMk cId="3808551010" sldId="273"/>
            <ac:spMk id="2" creationId="{FFDE415C-959F-3935-8783-73DE0C7BBAEC}"/>
          </ac:spMkLst>
        </pc:spChg>
        <pc:spChg chg="mod">
          <ac:chgData name="Joshua Ngui" userId="a6167923-c110-409b-bad0-723368df3cb1" providerId="ADAL" clId="{A15BDBA0-44B9-4CDA-A9AA-CE679FA34989}" dt="2025-03-04T02:04:30.827" v="3903" actId="20577"/>
          <ac:spMkLst>
            <pc:docMk/>
            <pc:sldMk cId="3808551010" sldId="273"/>
            <ac:spMk id="4" creationId="{9CA1FD12-EE6C-1D42-63F2-CBFED146F425}"/>
          </ac:spMkLst>
        </pc:spChg>
        <pc:spChg chg="mod">
          <ac:chgData name="Joshua Ngui" userId="a6167923-c110-409b-bad0-723368df3cb1" providerId="ADAL" clId="{A15BDBA0-44B9-4CDA-A9AA-CE679FA34989}" dt="2025-03-04T02:04:34.391" v="3911" actId="20577"/>
          <ac:spMkLst>
            <pc:docMk/>
            <pc:sldMk cId="3808551010" sldId="273"/>
            <ac:spMk id="5" creationId="{FF6E4E7A-A64B-3F93-8DD1-53D7203D4600}"/>
          </ac:spMkLst>
        </pc:spChg>
        <pc:spChg chg="mod">
          <ac:chgData name="Joshua Ngui" userId="a6167923-c110-409b-bad0-723368df3cb1" providerId="ADAL" clId="{A15BDBA0-44B9-4CDA-A9AA-CE679FA34989}" dt="2025-03-04T02:05:20.079" v="3928" actId="20577"/>
          <ac:spMkLst>
            <pc:docMk/>
            <pc:sldMk cId="3808551010" sldId="273"/>
            <ac:spMk id="8" creationId="{47AA542F-B0C0-A1A0-9409-C56C0CAB2B40}"/>
          </ac:spMkLst>
        </pc:spChg>
        <pc:spChg chg="mod">
          <ac:chgData name="Joshua Ngui" userId="a6167923-c110-409b-bad0-723368df3cb1" providerId="ADAL" clId="{A15BDBA0-44B9-4CDA-A9AA-CE679FA34989}" dt="2025-03-04T02:05:21.659" v="3930" actId="20577"/>
          <ac:spMkLst>
            <pc:docMk/>
            <pc:sldMk cId="3808551010" sldId="273"/>
            <ac:spMk id="9" creationId="{B1E810BA-DA33-83A2-34A7-EA22D28D0753}"/>
          </ac:spMkLst>
        </pc:spChg>
        <pc:spChg chg="mod">
          <ac:chgData name="Joshua Ngui" userId="a6167923-c110-409b-bad0-723368df3cb1" providerId="ADAL" clId="{A15BDBA0-44B9-4CDA-A9AA-CE679FA34989}" dt="2025-03-04T02:04:59.700" v="3925" actId="313"/>
          <ac:spMkLst>
            <pc:docMk/>
            <pc:sldMk cId="3808551010" sldId="273"/>
            <ac:spMk id="10" creationId="{882D7AA3-1576-5727-5FC9-738A89704CBB}"/>
          </ac:spMkLst>
        </pc:spChg>
        <pc:spChg chg="mod">
          <ac:chgData name="Joshua Ngui" userId="a6167923-c110-409b-bad0-723368df3cb1" providerId="ADAL" clId="{A15BDBA0-44B9-4CDA-A9AA-CE679FA34989}" dt="2025-03-04T02:05:55.750" v="3942" actId="20577"/>
          <ac:spMkLst>
            <pc:docMk/>
            <pc:sldMk cId="3808551010" sldId="273"/>
            <ac:spMk id="12" creationId="{EDB87E80-C7B6-9F69-AEC5-0B6256442F07}"/>
          </ac:spMkLst>
        </pc:spChg>
        <pc:spChg chg="mod">
          <ac:chgData name="Joshua Ngui" userId="a6167923-c110-409b-bad0-723368df3cb1" providerId="ADAL" clId="{A15BDBA0-44B9-4CDA-A9AA-CE679FA34989}" dt="2025-03-04T02:06:12.099" v="3948" actId="20577"/>
          <ac:spMkLst>
            <pc:docMk/>
            <pc:sldMk cId="3808551010" sldId="273"/>
            <ac:spMk id="13" creationId="{C098968F-312B-FF2E-E303-1EA829807529}"/>
          </ac:spMkLst>
        </pc:spChg>
        <pc:spChg chg="mod">
          <ac:chgData name="Joshua Ngui" userId="a6167923-c110-409b-bad0-723368df3cb1" providerId="ADAL" clId="{A15BDBA0-44B9-4CDA-A9AA-CE679FA34989}" dt="2025-03-04T02:05:24.042" v="3932" actId="20577"/>
          <ac:spMkLst>
            <pc:docMk/>
            <pc:sldMk cId="3808551010" sldId="273"/>
            <ac:spMk id="15" creationId="{4188157F-2A11-A5FA-D890-4D3CD8DBA148}"/>
          </ac:spMkLst>
        </pc:spChg>
        <pc:spChg chg="mod">
          <ac:chgData name="Joshua Ngui" userId="a6167923-c110-409b-bad0-723368df3cb1" providerId="ADAL" clId="{A15BDBA0-44B9-4CDA-A9AA-CE679FA34989}" dt="2025-03-04T02:05:25.460" v="3934" actId="20577"/>
          <ac:spMkLst>
            <pc:docMk/>
            <pc:sldMk cId="3808551010" sldId="273"/>
            <ac:spMk id="16" creationId="{25F01C83-AD0A-B661-401F-0E6B35FCE0F5}"/>
          </ac:spMkLst>
        </pc:spChg>
        <pc:spChg chg="mod">
          <ac:chgData name="Joshua Ngui" userId="a6167923-c110-409b-bad0-723368df3cb1" providerId="ADAL" clId="{A15BDBA0-44B9-4CDA-A9AA-CE679FA34989}" dt="2025-03-04T02:04:59.935" v="3926" actId="313"/>
          <ac:spMkLst>
            <pc:docMk/>
            <pc:sldMk cId="3808551010" sldId="273"/>
            <ac:spMk id="17" creationId="{F9365326-1546-22A5-F91C-1109319DC87B}"/>
          </ac:spMkLst>
        </pc:spChg>
        <pc:spChg chg="mod">
          <ac:chgData name="Joshua Ngui" userId="a6167923-c110-409b-bad0-723368df3cb1" providerId="ADAL" clId="{A15BDBA0-44B9-4CDA-A9AA-CE679FA34989}" dt="2025-03-04T02:06:10.096" v="3946" actId="20577"/>
          <ac:spMkLst>
            <pc:docMk/>
            <pc:sldMk cId="3808551010" sldId="273"/>
            <ac:spMk id="21" creationId="{AF1E22D0-8263-8F9F-AD4A-9BC21443A8C2}"/>
          </ac:spMkLst>
        </pc:spChg>
        <pc:spChg chg="mod">
          <ac:chgData name="Joshua Ngui" userId="a6167923-c110-409b-bad0-723368df3cb1" providerId="ADAL" clId="{A15BDBA0-44B9-4CDA-A9AA-CE679FA34989}" dt="2025-03-04T02:06:13.968" v="3950" actId="20577"/>
          <ac:spMkLst>
            <pc:docMk/>
            <pc:sldMk cId="3808551010" sldId="273"/>
            <ac:spMk id="23" creationId="{C02A7CFC-CE10-0D8C-6531-3F671E6DE167}"/>
          </ac:spMkLst>
        </pc:spChg>
        <pc:grpChg chg="add mod">
          <ac:chgData name="Joshua Ngui" userId="a6167923-c110-409b-bad0-723368df3cb1" providerId="ADAL" clId="{A15BDBA0-44B9-4CDA-A9AA-CE679FA34989}" dt="2025-03-04T02:06:07.651" v="3944" actId="1076"/>
          <ac:grpSpMkLst>
            <pc:docMk/>
            <pc:sldMk cId="3808551010" sldId="273"/>
            <ac:grpSpMk id="19" creationId="{17F71712-26EE-9EC9-45F3-706BCE674AE7}"/>
          </ac:grpSpMkLst>
        </pc:grpChg>
        <pc:cxnChg chg="add mod">
          <ac:chgData name="Joshua Ngui" userId="a6167923-c110-409b-bad0-723368df3cb1" providerId="ADAL" clId="{A15BDBA0-44B9-4CDA-A9AA-CE679FA34989}" dt="2025-03-04T02:06:23.654" v="3952" actId="208"/>
          <ac:cxnSpMkLst>
            <pc:docMk/>
            <pc:sldMk cId="3808551010" sldId="273"/>
            <ac:cxnSpMk id="29" creationId="{8BDBE011-8BFD-4080-0000-3E02FB41283A}"/>
          </ac:cxnSpMkLst>
        </pc:cxnChg>
      </pc:sldChg>
      <pc:sldChg chg="delSp modSp add mod">
        <pc:chgData name="Joshua Ngui" userId="a6167923-c110-409b-bad0-723368df3cb1" providerId="ADAL" clId="{A15BDBA0-44B9-4CDA-A9AA-CE679FA34989}" dt="2025-03-04T02:09:06.778" v="3968" actId="20577"/>
        <pc:sldMkLst>
          <pc:docMk/>
          <pc:sldMk cId="3602152821" sldId="274"/>
        </pc:sldMkLst>
        <pc:spChg chg="mod">
          <ac:chgData name="Joshua Ngui" userId="a6167923-c110-409b-bad0-723368df3cb1" providerId="ADAL" clId="{A15BDBA0-44B9-4CDA-A9AA-CE679FA34989}" dt="2025-03-04T02:08:50.223" v="3956" actId="313"/>
          <ac:spMkLst>
            <pc:docMk/>
            <pc:sldMk cId="3602152821" sldId="274"/>
            <ac:spMk id="4" creationId="{8FD95E98-8AC4-BE4B-92F6-341EB95110F2}"/>
          </ac:spMkLst>
        </pc:spChg>
        <pc:spChg chg="mod">
          <ac:chgData name="Joshua Ngui" userId="a6167923-c110-409b-bad0-723368df3cb1" providerId="ADAL" clId="{A15BDBA0-44B9-4CDA-A9AA-CE679FA34989}" dt="2025-03-04T02:09:01.517" v="3962" actId="20577"/>
          <ac:spMkLst>
            <pc:docMk/>
            <pc:sldMk cId="3602152821" sldId="274"/>
            <ac:spMk id="8" creationId="{76A5B78D-422D-1E10-2B0E-14D1015E0C65}"/>
          </ac:spMkLst>
        </pc:spChg>
        <pc:spChg chg="mod">
          <ac:chgData name="Joshua Ngui" userId="a6167923-c110-409b-bad0-723368df3cb1" providerId="ADAL" clId="{A15BDBA0-44B9-4CDA-A9AA-CE679FA34989}" dt="2025-03-04T02:09:02.994" v="3964" actId="20577"/>
          <ac:spMkLst>
            <pc:docMk/>
            <pc:sldMk cId="3602152821" sldId="274"/>
            <ac:spMk id="9" creationId="{CE8299C6-D2D4-14B5-C982-89880A11EEB5}"/>
          </ac:spMkLst>
        </pc:spChg>
        <pc:spChg chg="mod">
          <ac:chgData name="Joshua Ngui" userId="a6167923-c110-409b-bad0-723368df3cb1" providerId="ADAL" clId="{A15BDBA0-44B9-4CDA-A9AA-CE679FA34989}" dt="2025-03-04T02:09:05.719" v="3966" actId="20577"/>
          <ac:spMkLst>
            <pc:docMk/>
            <pc:sldMk cId="3602152821" sldId="274"/>
            <ac:spMk id="15" creationId="{1BE8AC74-2DB5-BD6A-5DB6-B57502377F58}"/>
          </ac:spMkLst>
        </pc:spChg>
        <pc:spChg chg="mod">
          <ac:chgData name="Joshua Ngui" userId="a6167923-c110-409b-bad0-723368df3cb1" providerId="ADAL" clId="{A15BDBA0-44B9-4CDA-A9AA-CE679FA34989}" dt="2025-03-04T02:09:06.778" v="3968" actId="20577"/>
          <ac:spMkLst>
            <pc:docMk/>
            <pc:sldMk cId="3602152821" sldId="274"/>
            <ac:spMk id="16" creationId="{49C35402-ADA8-6358-9CAB-5C39F01EF530}"/>
          </ac:spMkLst>
        </pc:spChg>
        <pc:grpChg chg="del">
          <ac:chgData name="Joshua Ngui" userId="a6167923-c110-409b-bad0-723368df3cb1" providerId="ADAL" clId="{A15BDBA0-44B9-4CDA-A9AA-CE679FA34989}" dt="2025-03-04T02:08:29.480" v="3954" actId="478"/>
          <ac:grpSpMkLst>
            <pc:docMk/>
            <pc:sldMk cId="3602152821" sldId="274"/>
            <ac:grpSpMk id="3" creationId="{35121AE3-867A-5826-98A9-74EA97769768}"/>
          </ac:grpSpMkLst>
        </pc:grpChg>
        <pc:grpChg chg="del">
          <ac:chgData name="Joshua Ngui" userId="a6167923-c110-409b-bad0-723368df3cb1" providerId="ADAL" clId="{A15BDBA0-44B9-4CDA-A9AA-CE679FA34989}" dt="2025-03-04T02:08:29.480" v="3954" actId="478"/>
          <ac:grpSpMkLst>
            <pc:docMk/>
            <pc:sldMk cId="3602152821" sldId="274"/>
            <ac:grpSpMk id="11" creationId="{3B2390B2-2C80-DDE8-9D15-60DD2591BAAE}"/>
          </ac:grpSpMkLst>
        </pc:grpChg>
        <pc:grpChg chg="del">
          <ac:chgData name="Joshua Ngui" userId="a6167923-c110-409b-bad0-723368df3cb1" providerId="ADAL" clId="{A15BDBA0-44B9-4CDA-A9AA-CE679FA34989}" dt="2025-03-04T02:08:29.480" v="3954" actId="478"/>
          <ac:grpSpMkLst>
            <pc:docMk/>
            <pc:sldMk cId="3602152821" sldId="274"/>
            <ac:grpSpMk id="19" creationId="{3FABA885-F127-9144-410F-70C7443DE2E5}"/>
          </ac:grpSpMkLst>
        </pc:grpChg>
        <pc:cxnChg chg="del">
          <ac:chgData name="Joshua Ngui" userId="a6167923-c110-409b-bad0-723368df3cb1" providerId="ADAL" clId="{A15BDBA0-44B9-4CDA-A9AA-CE679FA34989}" dt="2025-03-04T02:08:34.981" v="3955" actId="478"/>
          <ac:cxnSpMkLst>
            <pc:docMk/>
            <pc:sldMk cId="3602152821" sldId="274"/>
            <ac:cxnSpMk id="22" creationId="{D26DA1B8-B330-9E93-6546-AC5424A15C7D}"/>
          </ac:cxnSpMkLst>
        </pc:cxnChg>
        <pc:cxnChg chg="del mod">
          <ac:chgData name="Joshua Ngui" userId="a6167923-c110-409b-bad0-723368df3cb1" providerId="ADAL" clId="{A15BDBA0-44B9-4CDA-A9AA-CE679FA34989}" dt="2025-03-04T02:08:34.981" v="3955" actId="478"/>
          <ac:cxnSpMkLst>
            <pc:docMk/>
            <pc:sldMk cId="3602152821" sldId="274"/>
            <ac:cxnSpMk id="25" creationId="{D2687DE6-97D0-7057-CEE8-A1C645734C8A}"/>
          </ac:cxnSpMkLst>
        </pc:cxnChg>
        <pc:cxnChg chg="del">
          <ac:chgData name="Joshua Ngui" userId="a6167923-c110-409b-bad0-723368df3cb1" providerId="ADAL" clId="{A15BDBA0-44B9-4CDA-A9AA-CE679FA34989}" dt="2025-03-04T02:08:34.981" v="3955" actId="478"/>
          <ac:cxnSpMkLst>
            <pc:docMk/>
            <pc:sldMk cId="3602152821" sldId="274"/>
            <ac:cxnSpMk id="26" creationId="{6C4719B6-39A6-2CBD-02A4-8898EA9038FF}"/>
          </ac:cxnSpMkLst>
        </pc:cxnChg>
        <pc:cxnChg chg="del">
          <ac:chgData name="Joshua Ngui" userId="a6167923-c110-409b-bad0-723368df3cb1" providerId="ADAL" clId="{A15BDBA0-44B9-4CDA-A9AA-CE679FA34989}" dt="2025-03-04T02:08:34.981" v="3955" actId="478"/>
          <ac:cxnSpMkLst>
            <pc:docMk/>
            <pc:sldMk cId="3602152821" sldId="274"/>
            <ac:cxnSpMk id="28" creationId="{93C457DF-C8E7-36CA-579D-3DD064FBEA42}"/>
          </ac:cxnSpMkLst>
        </pc:cxnChg>
        <pc:cxnChg chg="del">
          <ac:chgData name="Joshua Ngui" userId="a6167923-c110-409b-bad0-723368df3cb1" providerId="ADAL" clId="{A15BDBA0-44B9-4CDA-A9AA-CE679FA34989}" dt="2025-03-04T02:08:34.981" v="3955" actId="478"/>
          <ac:cxnSpMkLst>
            <pc:docMk/>
            <pc:sldMk cId="3602152821" sldId="274"/>
            <ac:cxnSpMk id="29" creationId="{66199CD5-EF47-97E1-A693-914E9E7235D6}"/>
          </ac:cxnSpMkLst>
        </pc:cxnChg>
        <pc:cxnChg chg="del mod">
          <ac:chgData name="Joshua Ngui" userId="a6167923-c110-409b-bad0-723368df3cb1" providerId="ADAL" clId="{A15BDBA0-44B9-4CDA-A9AA-CE679FA34989}" dt="2025-03-04T02:08:34.981" v="3955" actId="478"/>
          <ac:cxnSpMkLst>
            <pc:docMk/>
            <pc:sldMk cId="3602152821" sldId="274"/>
            <ac:cxnSpMk id="30" creationId="{C8E8E2B4-855E-4131-CEE0-88FF88D01224}"/>
          </ac:cxnSpMkLst>
        </pc:cxnChg>
      </pc:sldChg>
      <pc:sldChg chg="addSp delSp modSp add mod ord">
        <pc:chgData name="Joshua Ngui" userId="a6167923-c110-409b-bad0-723368df3cb1" providerId="ADAL" clId="{A15BDBA0-44B9-4CDA-A9AA-CE679FA34989}" dt="2025-03-04T02:19:12.848" v="4241"/>
        <pc:sldMkLst>
          <pc:docMk/>
          <pc:sldMk cId="1319765418" sldId="275"/>
        </pc:sldMkLst>
        <pc:spChg chg="mod">
          <ac:chgData name="Joshua Ngui" userId="a6167923-c110-409b-bad0-723368df3cb1" providerId="ADAL" clId="{A15BDBA0-44B9-4CDA-A9AA-CE679FA34989}" dt="2025-03-04T02:10:04.938" v="3982" actId="20577"/>
          <ac:spMkLst>
            <pc:docMk/>
            <pc:sldMk cId="1319765418" sldId="275"/>
            <ac:spMk id="4" creationId="{EBBDFAF2-1C65-807E-4A03-8356E077EA33}"/>
          </ac:spMkLst>
        </pc:spChg>
        <pc:spChg chg="mod">
          <ac:chgData name="Joshua Ngui" userId="a6167923-c110-409b-bad0-723368df3cb1" providerId="ADAL" clId="{A15BDBA0-44B9-4CDA-A9AA-CE679FA34989}" dt="2025-03-04T02:14:12.089" v="4120" actId="6549"/>
          <ac:spMkLst>
            <pc:docMk/>
            <pc:sldMk cId="1319765418" sldId="275"/>
            <ac:spMk id="5" creationId="{39B3B378-EA51-6249-301D-DD52DDAF1D44}"/>
          </ac:spMkLst>
        </pc:spChg>
        <pc:spChg chg="add del mod topLvl">
          <ac:chgData name="Joshua Ngui" userId="a6167923-c110-409b-bad0-723368df3cb1" providerId="ADAL" clId="{A15BDBA0-44B9-4CDA-A9AA-CE679FA34989}" dt="2025-03-04T02:11:00.954" v="4024" actId="20577"/>
          <ac:spMkLst>
            <pc:docMk/>
            <pc:sldMk cId="1319765418" sldId="275"/>
            <ac:spMk id="8" creationId="{EB2FF546-A6D5-32B7-87BC-EF270BF41891}"/>
          </ac:spMkLst>
        </pc:spChg>
        <pc:spChg chg="mod topLvl">
          <ac:chgData name="Joshua Ngui" userId="a6167923-c110-409b-bad0-723368df3cb1" providerId="ADAL" clId="{A15BDBA0-44B9-4CDA-A9AA-CE679FA34989}" dt="2025-03-04T02:19:12.848" v="4241"/>
          <ac:spMkLst>
            <pc:docMk/>
            <pc:sldMk cId="1319765418" sldId="275"/>
            <ac:spMk id="9" creationId="{25F3D19E-58F3-B3A8-6F07-D8A01B20E97E}"/>
          </ac:spMkLst>
        </pc:spChg>
        <pc:spChg chg="mod">
          <ac:chgData name="Joshua Ngui" userId="a6167923-c110-409b-bad0-723368df3cb1" providerId="ADAL" clId="{A15BDBA0-44B9-4CDA-A9AA-CE679FA34989}" dt="2025-03-04T02:11:06.643" v="4027" actId="20577"/>
          <ac:spMkLst>
            <pc:docMk/>
            <pc:sldMk cId="1319765418" sldId="275"/>
            <ac:spMk id="10" creationId="{87444B17-783A-2F17-7CCD-3949DE69900E}"/>
          </ac:spMkLst>
        </pc:spChg>
        <pc:spChg chg="mod">
          <ac:chgData name="Joshua Ngui" userId="a6167923-c110-409b-bad0-723368df3cb1" providerId="ADAL" clId="{A15BDBA0-44B9-4CDA-A9AA-CE679FA34989}" dt="2025-03-04T02:11:10.657" v="4030" actId="20577"/>
          <ac:spMkLst>
            <pc:docMk/>
            <pc:sldMk cId="1319765418" sldId="275"/>
            <ac:spMk id="12" creationId="{488FCD1A-C85F-8F5D-16D5-2001AF64F79A}"/>
          </ac:spMkLst>
        </pc:spChg>
        <pc:spChg chg="mod">
          <ac:chgData name="Joshua Ngui" userId="a6167923-c110-409b-bad0-723368df3cb1" providerId="ADAL" clId="{A15BDBA0-44B9-4CDA-A9AA-CE679FA34989}" dt="2025-03-04T02:11:58.835" v="4048" actId="20577"/>
          <ac:spMkLst>
            <pc:docMk/>
            <pc:sldMk cId="1319765418" sldId="275"/>
            <ac:spMk id="13" creationId="{79E68C62-A635-90A5-5CE8-70F4F33E4203}"/>
          </ac:spMkLst>
        </pc:spChg>
        <pc:spChg chg="mod">
          <ac:chgData name="Joshua Ngui" userId="a6167923-c110-409b-bad0-723368df3cb1" providerId="ADAL" clId="{A15BDBA0-44B9-4CDA-A9AA-CE679FA34989}" dt="2025-03-04T02:11:13.816" v="4033" actId="20577"/>
          <ac:spMkLst>
            <pc:docMk/>
            <pc:sldMk cId="1319765418" sldId="275"/>
            <ac:spMk id="15" creationId="{84C4C5B1-73B5-2EC3-F4C1-6A3B283B8E7A}"/>
          </ac:spMkLst>
        </pc:spChg>
        <pc:spChg chg="mod">
          <ac:chgData name="Joshua Ngui" userId="a6167923-c110-409b-bad0-723368df3cb1" providerId="ADAL" clId="{A15BDBA0-44B9-4CDA-A9AA-CE679FA34989}" dt="2025-03-04T02:12:00.203" v="4050" actId="20577"/>
          <ac:spMkLst>
            <pc:docMk/>
            <pc:sldMk cId="1319765418" sldId="275"/>
            <ac:spMk id="16" creationId="{82AFC2A2-A472-92DD-7EB9-3D7EDB81EEC3}"/>
          </ac:spMkLst>
        </pc:spChg>
        <pc:spChg chg="mod">
          <ac:chgData name="Joshua Ngui" userId="a6167923-c110-409b-bad0-723368df3cb1" providerId="ADAL" clId="{A15BDBA0-44B9-4CDA-A9AA-CE679FA34989}" dt="2025-03-04T02:11:57.145" v="4046" actId="20577"/>
          <ac:spMkLst>
            <pc:docMk/>
            <pc:sldMk cId="1319765418" sldId="275"/>
            <ac:spMk id="17" creationId="{788D0C56-918B-2C84-2AF3-C20229B9E974}"/>
          </ac:spMkLst>
        </pc:spChg>
        <pc:grpChg chg="add del">
          <ac:chgData name="Joshua Ngui" userId="a6167923-c110-409b-bad0-723368df3cb1" providerId="ADAL" clId="{A15BDBA0-44B9-4CDA-A9AA-CE679FA34989}" dt="2025-03-04T02:10:59.232" v="4022" actId="478"/>
          <ac:grpSpMkLst>
            <pc:docMk/>
            <pc:sldMk cId="1319765418" sldId="275"/>
            <ac:grpSpMk id="7" creationId="{E243B5F8-A0C6-6409-862F-B4EF77E4D9BD}"/>
          </ac:grpSpMkLst>
        </pc:grpChg>
        <pc:cxnChg chg="mod">
          <ac:chgData name="Joshua Ngui" userId="a6167923-c110-409b-bad0-723368df3cb1" providerId="ADAL" clId="{A15BDBA0-44B9-4CDA-A9AA-CE679FA34989}" dt="2025-03-04T02:10:43.287" v="4005" actId="1035"/>
          <ac:cxnSpMkLst>
            <pc:docMk/>
            <pc:sldMk cId="1319765418" sldId="275"/>
            <ac:cxnSpMk id="20" creationId="{D6E6BFBE-EC8C-0C20-8566-8538C9E08B61}"/>
          </ac:cxnSpMkLst>
        </pc:cxnChg>
      </pc:sldChg>
      <pc:sldChg chg="modSp add mod">
        <pc:chgData name="Joshua Ngui" userId="a6167923-c110-409b-bad0-723368df3cb1" providerId="ADAL" clId="{A15BDBA0-44B9-4CDA-A9AA-CE679FA34989}" dt="2025-03-04T02:16:56.136" v="4187" actId="20577"/>
        <pc:sldMkLst>
          <pc:docMk/>
          <pc:sldMk cId="3305339536" sldId="276"/>
        </pc:sldMkLst>
        <pc:spChg chg="mod">
          <ac:chgData name="Joshua Ngui" userId="a6167923-c110-409b-bad0-723368df3cb1" providerId="ADAL" clId="{A15BDBA0-44B9-4CDA-A9AA-CE679FA34989}" dt="2025-03-04T02:13:02.496" v="4060" actId="20577"/>
          <ac:spMkLst>
            <pc:docMk/>
            <pc:sldMk cId="3305339536" sldId="276"/>
            <ac:spMk id="4" creationId="{42FC8A25-4979-D29E-1E76-F2E4489CBA6C}"/>
          </ac:spMkLst>
        </pc:spChg>
        <pc:spChg chg="mod">
          <ac:chgData name="Joshua Ngui" userId="a6167923-c110-409b-bad0-723368df3cb1" providerId="ADAL" clId="{A15BDBA0-44B9-4CDA-A9AA-CE679FA34989}" dt="2025-03-04T02:14:05.345" v="4118" actId="20577"/>
          <ac:spMkLst>
            <pc:docMk/>
            <pc:sldMk cId="3305339536" sldId="276"/>
            <ac:spMk id="5" creationId="{3B08B29A-9728-5C24-8FD8-D86CB780CC84}"/>
          </ac:spMkLst>
        </pc:spChg>
        <pc:spChg chg="mod">
          <ac:chgData name="Joshua Ngui" userId="a6167923-c110-409b-bad0-723368df3cb1" providerId="ADAL" clId="{A15BDBA0-44B9-4CDA-A9AA-CE679FA34989}" dt="2025-03-04T02:13:37.028" v="4091" actId="20577"/>
          <ac:spMkLst>
            <pc:docMk/>
            <pc:sldMk cId="3305339536" sldId="276"/>
            <ac:spMk id="8" creationId="{6A9280BA-1763-BDDB-1C7C-337B11E94C6E}"/>
          </ac:spMkLst>
        </pc:spChg>
        <pc:spChg chg="mod">
          <ac:chgData name="Joshua Ngui" userId="a6167923-c110-409b-bad0-723368df3cb1" providerId="ADAL" clId="{A15BDBA0-44B9-4CDA-A9AA-CE679FA34989}" dt="2025-03-04T02:14:41.475" v="4133" actId="1076"/>
          <ac:spMkLst>
            <pc:docMk/>
            <pc:sldMk cId="3305339536" sldId="276"/>
            <ac:spMk id="9" creationId="{152383F0-93CA-BC23-B182-BA64A1B62847}"/>
          </ac:spMkLst>
        </pc:spChg>
        <pc:spChg chg="mod">
          <ac:chgData name="Joshua Ngui" userId="a6167923-c110-409b-bad0-723368df3cb1" providerId="ADAL" clId="{A15BDBA0-44B9-4CDA-A9AA-CE679FA34989}" dt="2025-03-04T02:13:40.056" v="4099" actId="20577"/>
          <ac:spMkLst>
            <pc:docMk/>
            <pc:sldMk cId="3305339536" sldId="276"/>
            <ac:spMk id="10" creationId="{9296A67B-84B6-74E3-1044-E0A589AC659E}"/>
          </ac:spMkLst>
        </pc:spChg>
        <pc:spChg chg="mod">
          <ac:chgData name="Joshua Ngui" userId="a6167923-c110-409b-bad0-723368df3cb1" providerId="ADAL" clId="{A15BDBA0-44B9-4CDA-A9AA-CE679FA34989}" dt="2025-03-04T02:13:46.836" v="4115" actId="20577"/>
          <ac:spMkLst>
            <pc:docMk/>
            <pc:sldMk cId="3305339536" sldId="276"/>
            <ac:spMk id="12" creationId="{950FBFCA-6126-77D5-2CF6-D2B63F5AC7F7}"/>
          </ac:spMkLst>
        </pc:spChg>
        <pc:spChg chg="mod">
          <ac:chgData name="Joshua Ngui" userId="a6167923-c110-409b-bad0-723368df3cb1" providerId="ADAL" clId="{A15BDBA0-44B9-4CDA-A9AA-CE679FA34989}" dt="2025-03-04T02:16:42.623" v="4175" actId="20577"/>
          <ac:spMkLst>
            <pc:docMk/>
            <pc:sldMk cId="3305339536" sldId="276"/>
            <ac:spMk id="13" creationId="{4C98FCEB-6F54-6F78-DC3D-7960BE54E950}"/>
          </ac:spMkLst>
        </pc:spChg>
        <pc:spChg chg="mod">
          <ac:chgData name="Joshua Ngui" userId="a6167923-c110-409b-bad0-723368df3cb1" providerId="ADAL" clId="{A15BDBA0-44B9-4CDA-A9AA-CE679FA34989}" dt="2025-03-04T02:13:43.491" v="4107" actId="20577"/>
          <ac:spMkLst>
            <pc:docMk/>
            <pc:sldMk cId="3305339536" sldId="276"/>
            <ac:spMk id="15" creationId="{A04D0042-3D42-1178-BE6C-36CF37E73DDA}"/>
          </ac:spMkLst>
        </pc:spChg>
        <pc:spChg chg="mod">
          <ac:chgData name="Joshua Ngui" userId="a6167923-c110-409b-bad0-723368df3cb1" providerId="ADAL" clId="{A15BDBA0-44B9-4CDA-A9AA-CE679FA34989}" dt="2025-03-04T02:16:56.136" v="4187" actId="20577"/>
          <ac:spMkLst>
            <pc:docMk/>
            <pc:sldMk cId="3305339536" sldId="276"/>
            <ac:spMk id="16" creationId="{72518C23-95E7-36C9-BFD4-D690806557B7}"/>
          </ac:spMkLst>
        </pc:spChg>
        <pc:spChg chg="mod">
          <ac:chgData name="Joshua Ngui" userId="a6167923-c110-409b-bad0-723368df3cb1" providerId="ADAL" clId="{A15BDBA0-44B9-4CDA-A9AA-CE679FA34989}" dt="2025-03-04T02:16:16.335" v="4162" actId="20577"/>
          <ac:spMkLst>
            <pc:docMk/>
            <pc:sldMk cId="3305339536" sldId="276"/>
            <ac:spMk id="17" creationId="{6670EF11-EFCA-05F2-1326-BAA324AF1876}"/>
          </ac:spMkLst>
        </pc:spChg>
        <pc:grpChg chg="mod">
          <ac:chgData name="Joshua Ngui" userId="a6167923-c110-409b-bad0-723368df3cb1" providerId="ADAL" clId="{A15BDBA0-44B9-4CDA-A9AA-CE679FA34989}" dt="2025-03-04T02:14:45.055" v="4134" actId="1076"/>
          <ac:grpSpMkLst>
            <pc:docMk/>
            <pc:sldMk cId="3305339536" sldId="276"/>
            <ac:grpSpMk id="7" creationId="{B3C05A17-AD22-A3AB-E52D-78851E34C23A}"/>
          </ac:grpSpMkLst>
        </pc:grpChg>
        <pc:grpChg chg="mod">
          <ac:chgData name="Joshua Ngui" userId="a6167923-c110-409b-bad0-723368df3cb1" providerId="ADAL" clId="{A15BDBA0-44B9-4CDA-A9AA-CE679FA34989}" dt="2025-03-04T02:15:56.882" v="4147" actId="1037"/>
          <ac:grpSpMkLst>
            <pc:docMk/>
            <pc:sldMk cId="3305339536" sldId="276"/>
            <ac:grpSpMk id="14" creationId="{3AB5BD15-22FA-D8B2-1EE7-E8AA41207D17}"/>
          </ac:grpSpMkLst>
        </pc:grpChg>
        <pc:cxnChg chg="mod">
          <ac:chgData name="Joshua Ngui" userId="a6167923-c110-409b-bad0-723368df3cb1" providerId="ADAL" clId="{A15BDBA0-44B9-4CDA-A9AA-CE679FA34989}" dt="2025-03-04T02:13:31.504" v="4083" actId="1076"/>
          <ac:cxnSpMkLst>
            <pc:docMk/>
            <pc:sldMk cId="3305339536" sldId="276"/>
            <ac:cxnSpMk id="20" creationId="{5C63B848-5EA5-8BDD-4D4C-3F8EE4979A55}"/>
          </ac:cxnSpMkLst>
        </pc:cxnChg>
      </pc:sldChg>
      <pc:sldChg chg="modSp add mod">
        <pc:chgData name="Joshua Ngui" userId="a6167923-c110-409b-bad0-723368df3cb1" providerId="ADAL" clId="{A15BDBA0-44B9-4CDA-A9AA-CE679FA34989}" dt="2025-03-04T02:22:05.113" v="4384" actId="20577"/>
        <pc:sldMkLst>
          <pc:docMk/>
          <pc:sldMk cId="4256216827" sldId="277"/>
        </pc:sldMkLst>
        <pc:spChg chg="mod">
          <ac:chgData name="Joshua Ngui" userId="a6167923-c110-409b-bad0-723368df3cb1" providerId="ADAL" clId="{A15BDBA0-44B9-4CDA-A9AA-CE679FA34989}" dt="2025-03-04T02:17:54.881" v="4199" actId="20577"/>
          <ac:spMkLst>
            <pc:docMk/>
            <pc:sldMk cId="4256216827" sldId="277"/>
            <ac:spMk id="4" creationId="{99824FEF-2245-16B2-ABAE-248948D99338}"/>
          </ac:spMkLst>
        </pc:spChg>
        <pc:spChg chg="mod">
          <ac:chgData name="Joshua Ngui" userId="a6167923-c110-409b-bad0-723368df3cb1" providerId="ADAL" clId="{A15BDBA0-44B9-4CDA-A9AA-CE679FA34989}" dt="2025-03-04T02:18:43.652" v="4237" actId="1076"/>
          <ac:spMkLst>
            <pc:docMk/>
            <pc:sldMk cId="4256216827" sldId="277"/>
            <ac:spMk id="5" creationId="{E4110D36-59AA-E0C9-15B0-DB02795FD26F}"/>
          </ac:spMkLst>
        </pc:spChg>
        <pc:spChg chg="mod">
          <ac:chgData name="Joshua Ngui" userId="a6167923-c110-409b-bad0-723368df3cb1" providerId="ADAL" clId="{A15BDBA0-44B9-4CDA-A9AA-CE679FA34989}" dt="2025-03-04T02:19:22.523" v="4245" actId="1076"/>
          <ac:spMkLst>
            <pc:docMk/>
            <pc:sldMk cId="4256216827" sldId="277"/>
            <ac:spMk id="8" creationId="{A9CB46C3-7A60-11FC-DB24-2505717FCC8E}"/>
          </ac:spMkLst>
        </pc:spChg>
        <pc:spChg chg="mod">
          <ac:chgData name="Joshua Ngui" userId="a6167923-c110-409b-bad0-723368df3cb1" providerId="ADAL" clId="{A15BDBA0-44B9-4CDA-A9AA-CE679FA34989}" dt="2025-03-04T02:20:58.086" v="4308" actId="20577"/>
          <ac:spMkLst>
            <pc:docMk/>
            <pc:sldMk cId="4256216827" sldId="277"/>
            <ac:spMk id="9" creationId="{81DF0957-EE51-BC41-0D9E-57FF62EEE73E}"/>
          </ac:spMkLst>
        </pc:spChg>
        <pc:spChg chg="mod">
          <ac:chgData name="Joshua Ngui" userId="a6167923-c110-409b-bad0-723368df3cb1" providerId="ADAL" clId="{A15BDBA0-44B9-4CDA-A9AA-CE679FA34989}" dt="2025-03-04T02:18:15.722" v="4217" actId="20577"/>
          <ac:spMkLst>
            <pc:docMk/>
            <pc:sldMk cId="4256216827" sldId="277"/>
            <ac:spMk id="10" creationId="{ACE2FF0C-6A8F-06C1-3D91-CB412D6F5334}"/>
          </ac:spMkLst>
        </pc:spChg>
        <pc:spChg chg="mod">
          <ac:chgData name="Joshua Ngui" userId="a6167923-c110-409b-bad0-723368df3cb1" providerId="ADAL" clId="{A15BDBA0-44B9-4CDA-A9AA-CE679FA34989}" dt="2025-03-04T02:18:20.249" v="4223" actId="20577"/>
          <ac:spMkLst>
            <pc:docMk/>
            <pc:sldMk cId="4256216827" sldId="277"/>
            <ac:spMk id="12" creationId="{15BAF063-E673-2CF5-CA83-5890816A2A65}"/>
          </ac:spMkLst>
        </pc:spChg>
        <pc:spChg chg="mod">
          <ac:chgData name="Joshua Ngui" userId="a6167923-c110-409b-bad0-723368df3cb1" providerId="ADAL" clId="{A15BDBA0-44B9-4CDA-A9AA-CE679FA34989}" dt="2025-03-04T02:21:48.462" v="4366" actId="20577"/>
          <ac:spMkLst>
            <pc:docMk/>
            <pc:sldMk cId="4256216827" sldId="277"/>
            <ac:spMk id="13" creationId="{CB9ADC52-0D10-073F-640B-93E099E672C7}"/>
          </ac:spMkLst>
        </pc:spChg>
        <pc:spChg chg="mod">
          <ac:chgData name="Joshua Ngui" userId="a6167923-c110-409b-bad0-723368df3cb1" providerId="ADAL" clId="{A15BDBA0-44B9-4CDA-A9AA-CE679FA34989}" dt="2025-03-04T02:19:46.427" v="4266" actId="20577"/>
          <ac:spMkLst>
            <pc:docMk/>
            <pc:sldMk cId="4256216827" sldId="277"/>
            <ac:spMk id="15" creationId="{03A2BE4B-A9C4-3046-3CFE-75B4BB8774F1}"/>
          </ac:spMkLst>
        </pc:spChg>
        <pc:spChg chg="mod">
          <ac:chgData name="Joshua Ngui" userId="a6167923-c110-409b-bad0-723368df3cb1" providerId="ADAL" clId="{A15BDBA0-44B9-4CDA-A9AA-CE679FA34989}" dt="2025-03-04T02:22:05.113" v="4384" actId="20577"/>
          <ac:spMkLst>
            <pc:docMk/>
            <pc:sldMk cId="4256216827" sldId="277"/>
            <ac:spMk id="16" creationId="{9CDF6DE7-14D3-8532-E782-6D60AE289706}"/>
          </ac:spMkLst>
        </pc:spChg>
        <pc:spChg chg="mod">
          <ac:chgData name="Joshua Ngui" userId="a6167923-c110-409b-bad0-723368df3cb1" providerId="ADAL" clId="{A15BDBA0-44B9-4CDA-A9AA-CE679FA34989}" dt="2025-03-04T02:21:09.384" v="4321" actId="20577"/>
          <ac:spMkLst>
            <pc:docMk/>
            <pc:sldMk cId="4256216827" sldId="277"/>
            <ac:spMk id="17" creationId="{CA37103E-AEB7-8664-7740-9CC2601E8C08}"/>
          </ac:spMkLst>
        </pc:spChg>
        <pc:spChg chg="mod">
          <ac:chgData name="Joshua Ngui" userId="a6167923-c110-409b-bad0-723368df3cb1" providerId="ADAL" clId="{A15BDBA0-44B9-4CDA-A9AA-CE679FA34989}" dt="2025-03-04T02:18:18.470" v="4221" actId="20577"/>
          <ac:spMkLst>
            <pc:docMk/>
            <pc:sldMk cId="4256216827" sldId="277"/>
            <ac:spMk id="21" creationId="{BDEB3EEC-19EE-2E47-8F99-BA85323A8F61}"/>
          </ac:spMkLst>
        </pc:spChg>
        <pc:spChg chg="mod">
          <ac:chgData name="Joshua Ngui" userId="a6167923-c110-409b-bad0-723368df3cb1" providerId="ADAL" clId="{A15BDBA0-44B9-4CDA-A9AA-CE679FA34989}" dt="2025-03-04T02:21:33.161" v="4354" actId="1035"/>
          <ac:spMkLst>
            <pc:docMk/>
            <pc:sldMk cId="4256216827" sldId="277"/>
            <ac:spMk id="23" creationId="{56629448-4B14-DF8C-75C3-CA8972D0E776}"/>
          </ac:spMkLst>
        </pc:spChg>
        <pc:grpChg chg="mod">
          <ac:chgData name="Joshua Ngui" userId="a6167923-c110-409b-bad0-723368df3cb1" providerId="ADAL" clId="{A15BDBA0-44B9-4CDA-A9AA-CE679FA34989}" dt="2025-03-04T02:19:25.449" v="4246" actId="1076"/>
          <ac:grpSpMkLst>
            <pc:docMk/>
            <pc:sldMk cId="4256216827" sldId="277"/>
            <ac:grpSpMk id="7" creationId="{C8760584-7A61-454F-A393-4B735EA896E5}"/>
          </ac:grpSpMkLst>
        </pc:grpChg>
        <pc:grpChg chg="mod">
          <ac:chgData name="Joshua Ngui" userId="a6167923-c110-409b-bad0-723368df3cb1" providerId="ADAL" clId="{A15BDBA0-44B9-4CDA-A9AA-CE679FA34989}" dt="2025-03-04T02:20:05.316" v="4273" actId="1076"/>
          <ac:grpSpMkLst>
            <pc:docMk/>
            <pc:sldMk cId="4256216827" sldId="277"/>
            <ac:grpSpMk id="11" creationId="{2BF101DD-0287-07EB-3328-DB4C3B83C440}"/>
          </ac:grpSpMkLst>
        </pc:grpChg>
        <pc:grpChg chg="mod">
          <ac:chgData name="Joshua Ngui" userId="a6167923-c110-409b-bad0-723368df3cb1" providerId="ADAL" clId="{A15BDBA0-44B9-4CDA-A9AA-CE679FA34989}" dt="2025-03-04T02:20:48.714" v="4304" actId="1076"/>
          <ac:grpSpMkLst>
            <pc:docMk/>
            <pc:sldMk cId="4256216827" sldId="277"/>
            <ac:grpSpMk id="14" creationId="{8ED4A94E-94AB-2BF6-BABA-8235D0EA306B}"/>
          </ac:grpSpMkLst>
        </pc:grpChg>
        <pc:cxnChg chg="mod">
          <ac:chgData name="Joshua Ngui" userId="a6167923-c110-409b-bad0-723368df3cb1" providerId="ADAL" clId="{A15BDBA0-44B9-4CDA-A9AA-CE679FA34989}" dt="2025-03-04T02:18:43.652" v="4237" actId="1076"/>
          <ac:cxnSpMkLst>
            <pc:docMk/>
            <pc:sldMk cId="4256216827" sldId="277"/>
            <ac:cxnSpMk id="20" creationId="{89D92D4D-FA91-676E-D21A-17F0F1D448C3}"/>
          </ac:cxnSpMkLst>
        </pc:cxnChg>
        <pc:cxnChg chg="mod">
          <ac:chgData name="Joshua Ngui" userId="a6167923-c110-409b-bad0-723368df3cb1" providerId="ADAL" clId="{A15BDBA0-44B9-4CDA-A9AA-CE679FA34989}" dt="2025-03-04T02:20:05.316" v="4273" actId="1076"/>
          <ac:cxnSpMkLst>
            <pc:docMk/>
            <pc:sldMk cId="4256216827" sldId="277"/>
            <ac:cxnSpMk id="30" creationId="{680D77CC-6394-7A55-96C3-9B0F6B20BBE8}"/>
          </ac:cxnSpMkLst>
        </pc:cxnChg>
      </pc:sldChg>
      <pc:sldChg chg="modSp add mod">
        <pc:chgData name="Joshua Ngui" userId="a6167923-c110-409b-bad0-723368df3cb1" providerId="ADAL" clId="{A15BDBA0-44B9-4CDA-A9AA-CE679FA34989}" dt="2025-03-04T02:24:37.595" v="4512" actId="20577"/>
        <pc:sldMkLst>
          <pc:docMk/>
          <pc:sldMk cId="3842583940" sldId="278"/>
        </pc:sldMkLst>
        <pc:spChg chg="mod">
          <ac:chgData name="Joshua Ngui" userId="a6167923-c110-409b-bad0-723368df3cb1" providerId="ADAL" clId="{A15BDBA0-44B9-4CDA-A9AA-CE679FA34989}" dt="2025-03-04T02:23:46.586" v="4451" actId="1036"/>
          <ac:spMkLst>
            <pc:docMk/>
            <pc:sldMk cId="3842583940" sldId="278"/>
            <ac:spMk id="4" creationId="{B0531E5E-F848-96E1-42D6-3AF5C7D1BE70}"/>
          </ac:spMkLst>
        </pc:spChg>
        <pc:spChg chg="mod">
          <ac:chgData name="Joshua Ngui" userId="a6167923-c110-409b-bad0-723368df3cb1" providerId="ADAL" clId="{A15BDBA0-44B9-4CDA-A9AA-CE679FA34989}" dt="2025-03-04T02:23:40.560" v="4440" actId="20577"/>
          <ac:spMkLst>
            <pc:docMk/>
            <pc:sldMk cId="3842583940" sldId="278"/>
            <ac:spMk id="5" creationId="{02DF3C02-149B-613C-96BC-0AD75E632180}"/>
          </ac:spMkLst>
        </pc:spChg>
        <pc:spChg chg="mod">
          <ac:chgData name="Joshua Ngui" userId="a6167923-c110-409b-bad0-723368df3cb1" providerId="ADAL" clId="{A15BDBA0-44B9-4CDA-A9AA-CE679FA34989}" dt="2025-03-04T02:23:56.661" v="4461" actId="20577"/>
          <ac:spMkLst>
            <pc:docMk/>
            <pc:sldMk cId="3842583940" sldId="278"/>
            <ac:spMk id="8" creationId="{0A66CAF0-2006-7988-0332-3D13D1C84F47}"/>
          </ac:spMkLst>
        </pc:spChg>
        <pc:spChg chg="mod">
          <ac:chgData name="Joshua Ngui" userId="a6167923-c110-409b-bad0-723368df3cb1" providerId="ADAL" clId="{A15BDBA0-44B9-4CDA-A9AA-CE679FA34989}" dt="2025-03-04T02:24:12.328" v="4492" actId="20577"/>
          <ac:spMkLst>
            <pc:docMk/>
            <pc:sldMk cId="3842583940" sldId="278"/>
            <ac:spMk id="9" creationId="{2D2D73F6-42A2-4C85-E99E-25E3A93A8067}"/>
          </ac:spMkLst>
        </pc:spChg>
        <pc:spChg chg="mod">
          <ac:chgData name="Joshua Ngui" userId="a6167923-c110-409b-bad0-723368df3cb1" providerId="ADAL" clId="{A15BDBA0-44B9-4CDA-A9AA-CE679FA34989}" dt="2025-03-04T02:24:25.406" v="4500" actId="20577"/>
          <ac:spMkLst>
            <pc:docMk/>
            <pc:sldMk cId="3842583940" sldId="278"/>
            <ac:spMk id="15" creationId="{34384AF4-A88C-D9D2-4093-543648DAE65E}"/>
          </ac:spMkLst>
        </pc:spChg>
        <pc:spChg chg="mod">
          <ac:chgData name="Joshua Ngui" userId="a6167923-c110-409b-bad0-723368df3cb1" providerId="ADAL" clId="{A15BDBA0-44B9-4CDA-A9AA-CE679FA34989}" dt="2025-03-04T02:24:37.595" v="4512" actId="20577"/>
          <ac:spMkLst>
            <pc:docMk/>
            <pc:sldMk cId="3842583940" sldId="278"/>
            <ac:spMk id="16" creationId="{279E73C9-B59C-16F9-4565-298BDAB13D85}"/>
          </ac:spMkLst>
        </pc:spChg>
        <pc:grpChg chg="mod">
          <ac:chgData name="Joshua Ngui" userId="a6167923-c110-409b-bad0-723368df3cb1" providerId="ADAL" clId="{A15BDBA0-44B9-4CDA-A9AA-CE679FA34989}" dt="2025-03-04T02:23:24.058" v="4427" actId="1076"/>
          <ac:grpSpMkLst>
            <pc:docMk/>
            <pc:sldMk cId="3842583940" sldId="278"/>
            <ac:grpSpMk id="6" creationId="{2BDB1029-7FBB-82A3-33EA-22C6E26F9E88}"/>
          </ac:grpSpMkLst>
        </pc:grpChg>
        <pc:cxnChg chg="mod">
          <ac:chgData name="Joshua Ngui" userId="a6167923-c110-409b-bad0-723368df3cb1" providerId="ADAL" clId="{A15BDBA0-44B9-4CDA-A9AA-CE679FA34989}" dt="2025-03-04T02:23:40.560" v="4440" actId="20577"/>
          <ac:cxnSpMkLst>
            <pc:docMk/>
            <pc:sldMk cId="3842583940" sldId="278"/>
            <ac:cxnSpMk id="20" creationId="{9A90C5BD-D294-73D8-C86C-8A69796FB30D}"/>
          </ac:cxnSpMkLst>
        </pc:cxnChg>
      </pc:sldChg>
      <pc:sldChg chg="modSp add mod">
        <pc:chgData name="Joshua Ngui" userId="a6167923-c110-409b-bad0-723368df3cb1" providerId="ADAL" clId="{A15BDBA0-44B9-4CDA-A9AA-CE679FA34989}" dt="2025-03-04T02:25:57.442" v="4538"/>
        <pc:sldMkLst>
          <pc:docMk/>
          <pc:sldMk cId="2528544575" sldId="279"/>
        </pc:sldMkLst>
        <pc:spChg chg="mod">
          <ac:chgData name="Joshua Ngui" userId="a6167923-c110-409b-bad0-723368df3cb1" providerId="ADAL" clId="{A15BDBA0-44B9-4CDA-A9AA-CE679FA34989}" dt="2025-03-04T02:24:49.352" v="4515" actId="20577"/>
          <ac:spMkLst>
            <pc:docMk/>
            <pc:sldMk cId="2528544575" sldId="279"/>
            <ac:spMk id="4" creationId="{0905896A-3D38-92F9-5888-F6826328D928}"/>
          </ac:spMkLst>
        </pc:spChg>
        <pc:spChg chg="mod">
          <ac:chgData name="Joshua Ngui" userId="a6167923-c110-409b-bad0-723368df3cb1" providerId="ADAL" clId="{A15BDBA0-44B9-4CDA-A9AA-CE679FA34989}" dt="2025-03-04T02:25:25.506" v="4531" actId="20577"/>
          <ac:spMkLst>
            <pc:docMk/>
            <pc:sldMk cId="2528544575" sldId="279"/>
            <ac:spMk id="5" creationId="{D9C6D1B7-06C3-7822-BE1C-CEE738D18A9C}"/>
          </ac:spMkLst>
        </pc:spChg>
        <pc:spChg chg="mod">
          <ac:chgData name="Joshua Ngui" userId="a6167923-c110-409b-bad0-723368df3cb1" providerId="ADAL" clId="{A15BDBA0-44B9-4CDA-A9AA-CE679FA34989}" dt="2025-03-04T02:25:35.076" v="4533" actId="20577"/>
          <ac:spMkLst>
            <pc:docMk/>
            <pc:sldMk cId="2528544575" sldId="279"/>
            <ac:spMk id="8" creationId="{B70A1D00-5E68-60FF-4FA8-9F48E02BCD5E}"/>
          </ac:spMkLst>
        </pc:spChg>
        <pc:spChg chg="mod">
          <ac:chgData name="Joshua Ngui" userId="a6167923-c110-409b-bad0-723368df3cb1" providerId="ADAL" clId="{A15BDBA0-44B9-4CDA-A9AA-CE679FA34989}" dt="2025-03-04T02:25:49.549" v="4537" actId="20577"/>
          <ac:spMkLst>
            <pc:docMk/>
            <pc:sldMk cId="2528544575" sldId="279"/>
            <ac:spMk id="9" creationId="{1751492F-13BD-9938-6C27-E5D400B3A116}"/>
          </ac:spMkLst>
        </pc:spChg>
        <pc:spChg chg="mod">
          <ac:chgData name="Joshua Ngui" userId="a6167923-c110-409b-bad0-723368df3cb1" providerId="ADAL" clId="{A15BDBA0-44B9-4CDA-A9AA-CE679FA34989}" dt="2025-03-04T02:25:38.576" v="4535" actId="20577"/>
          <ac:spMkLst>
            <pc:docMk/>
            <pc:sldMk cId="2528544575" sldId="279"/>
            <ac:spMk id="15" creationId="{D3E668B4-6703-7B6F-24AD-340F266CAA23}"/>
          </ac:spMkLst>
        </pc:spChg>
        <pc:spChg chg="mod">
          <ac:chgData name="Joshua Ngui" userId="a6167923-c110-409b-bad0-723368df3cb1" providerId="ADAL" clId="{A15BDBA0-44B9-4CDA-A9AA-CE679FA34989}" dt="2025-03-04T02:25:57.442" v="4538"/>
          <ac:spMkLst>
            <pc:docMk/>
            <pc:sldMk cId="2528544575" sldId="279"/>
            <ac:spMk id="16" creationId="{03612135-A3DC-1F39-7C1B-320FB8C57DA7}"/>
          </ac:spMkLst>
        </pc:spChg>
        <pc:grpChg chg="mod">
          <ac:chgData name="Joshua Ngui" userId="a6167923-c110-409b-bad0-723368df3cb1" providerId="ADAL" clId="{A15BDBA0-44B9-4CDA-A9AA-CE679FA34989}" dt="2025-03-04T02:25:19.381" v="4528" actId="14100"/>
          <ac:grpSpMkLst>
            <pc:docMk/>
            <pc:sldMk cId="2528544575" sldId="279"/>
            <ac:grpSpMk id="6" creationId="{F6B40746-2A82-09D8-A026-83580AFE2088}"/>
          </ac:grpSpMkLst>
        </pc:grpChg>
        <pc:cxnChg chg="mod">
          <ac:chgData name="Joshua Ngui" userId="a6167923-c110-409b-bad0-723368df3cb1" providerId="ADAL" clId="{A15BDBA0-44B9-4CDA-A9AA-CE679FA34989}" dt="2025-03-04T02:25:25.506" v="4531" actId="20577"/>
          <ac:cxnSpMkLst>
            <pc:docMk/>
            <pc:sldMk cId="2528544575" sldId="279"/>
            <ac:cxnSpMk id="20" creationId="{E57C6C76-04C6-0DDF-10FC-8E842A8A1A36}"/>
          </ac:cxnSpMkLst>
        </pc:cxnChg>
      </pc:sldChg>
      <pc:sldChg chg="addSp delSp modSp new mod modClrScheme chgLayout">
        <pc:chgData name="Joshua Ngui" userId="a6167923-c110-409b-bad0-723368df3cb1" providerId="ADAL" clId="{A15BDBA0-44B9-4CDA-A9AA-CE679FA34989}" dt="2025-03-04T03:04:33.833" v="4640" actId="20577"/>
        <pc:sldMkLst>
          <pc:docMk/>
          <pc:sldMk cId="2819878320" sldId="280"/>
        </pc:sldMkLst>
        <pc:spChg chg="del mod ord">
          <ac:chgData name="Joshua Ngui" userId="a6167923-c110-409b-bad0-723368df3cb1" providerId="ADAL" clId="{A15BDBA0-44B9-4CDA-A9AA-CE679FA34989}" dt="2025-03-04T03:04:29.848" v="4631" actId="700"/>
          <ac:spMkLst>
            <pc:docMk/>
            <pc:sldMk cId="2819878320" sldId="280"/>
            <ac:spMk id="2" creationId="{FB1C76A9-82AF-59B8-6FC8-ABCAA664CB01}"/>
          </ac:spMkLst>
        </pc:spChg>
        <pc:spChg chg="del mod ord">
          <ac:chgData name="Joshua Ngui" userId="a6167923-c110-409b-bad0-723368df3cb1" providerId="ADAL" clId="{A15BDBA0-44B9-4CDA-A9AA-CE679FA34989}" dt="2025-03-04T03:04:29.848" v="4631" actId="700"/>
          <ac:spMkLst>
            <pc:docMk/>
            <pc:sldMk cId="2819878320" sldId="280"/>
            <ac:spMk id="3" creationId="{4008F055-5EA4-41EF-8750-F8994BFE387B}"/>
          </ac:spMkLst>
        </pc:spChg>
        <pc:spChg chg="add mod ord">
          <ac:chgData name="Joshua Ngui" userId="a6167923-c110-409b-bad0-723368df3cb1" providerId="ADAL" clId="{A15BDBA0-44B9-4CDA-A9AA-CE679FA34989}" dt="2025-03-04T03:04:33.833" v="4640" actId="20577"/>
          <ac:spMkLst>
            <pc:docMk/>
            <pc:sldMk cId="2819878320" sldId="280"/>
            <ac:spMk id="4" creationId="{38DCD50C-F242-DB9B-83DD-709028C04D9E}"/>
          </ac:spMkLst>
        </pc:spChg>
        <pc:spChg chg="add mod ord">
          <ac:chgData name="Joshua Ngui" userId="a6167923-c110-409b-bad0-723368df3cb1" providerId="ADAL" clId="{A15BDBA0-44B9-4CDA-A9AA-CE679FA34989}" dt="2025-03-04T03:04:29.848" v="4631" actId="700"/>
          <ac:spMkLst>
            <pc:docMk/>
            <pc:sldMk cId="2819878320" sldId="280"/>
            <ac:spMk id="5" creationId="{94B245AE-1FE3-2AF4-B07A-01BDE2D5DCF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A99DC-D056-44E3-89FE-AA43F8FEE491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C2736-8A8A-454E-A842-B8C7D3784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642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A99DC-D056-44E3-89FE-AA43F8FEE491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C2736-8A8A-454E-A842-B8C7D3784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087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A99DC-D056-44E3-89FE-AA43F8FEE491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C2736-8A8A-454E-A842-B8C7D3784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625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A99DC-D056-44E3-89FE-AA43F8FEE491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C2736-8A8A-454E-A842-B8C7D3784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118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A99DC-D056-44E3-89FE-AA43F8FEE491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C2736-8A8A-454E-A842-B8C7D3784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43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A99DC-D056-44E3-89FE-AA43F8FEE491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C2736-8A8A-454E-A842-B8C7D3784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642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A99DC-D056-44E3-89FE-AA43F8FEE491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C2736-8A8A-454E-A842-B8C7D3784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145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A99DC-D056-44E3-89FE-AA43F8FEE491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C2736-8A8A-454E-A842-B8C7D3784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4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A99DC-D056-44E3-89FE-AA43F8FEE491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C2736-8A8A-454E-A842-B8C7D3784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509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A99DC-D056-44E3-89FE-AA43F8FEE491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C2736-8A8A-454E-A842-B8C7D3784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223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A99DC-D056-44E3-89FE-AA43F8FEE491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C2736-8A8A-454E-A842-B8C7D3784654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315559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A99DC-D056-44E3-89FE-AA43F8FEE491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C2736-8A8A-454E-A842-B8C7D3784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9151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A99DC-D056-44E3-89FE-AA43F8FEE491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C2736-8A8A-454E-A842-B8C7D378465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418973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A99DC-D056-44E3-89FE-AA43F8FEE491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C2736-8A8A-454E-A842-B8C7D3784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7266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A99DC-D056-44E3-89FE-AA43F8FEE491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C2736-8A8A-454E-A842-B8C7D3784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0406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A99DC-D056-44E3-89FE-AA43F8FEE491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C2736-8A8A-454E-A842-B8C7D3784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211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4A99DC-D056-44E3-89FE-AA43F8FEE491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8BC2736-8A8A-454E-A842-B8C7D3784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258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codd.cs.gsu.edu/~jngui1/PR_01/index.html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rike.com/kanban-guide/what-is-kanban/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B3E55-7694-CD6D-4D86-D2F7DA57B7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350" dirty="0"/>
              <a:t>Blackjack Simulation Interface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2ADA02-B72B-7FA5-3DEB-5C44F3CF6C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Team 17: CSS Trainees</a:t>
            </a:r>
          </a:p>
          <a:p>
            <a:r>
              <a:rPr lang="en-US" dirty="0"/>
              <a:t>Brian Aladeselu, Luis Gonzalez </a:t>
            </a:r>
            <a:r>
              <a:rPr lang="en-US" dirty="0" err="1"/>
              <a:t>Gonzalez</a:t>
            </a:r>
            <a:r>
              <a:rPr lang="en-US" dirty="0"/>
              <a:t>, Joshua Ngui</a:t>
            </a:r>
          </a:p>
        </p:txBody>
      </p:sp>
    </p:spTree>
    <p:extLst>
      <p:ext uri="{BB962C8B-B14F-4D97-AF65-F5344CB8AC3E}">
        <p14:creationId xmlns:p14="http://schemas.microsoft.com/office/powerpoint/2010/main" val="581618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310983-0B9A-5FE9-31A9-08174B1A8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08F1CC-9641-974E-7717-E850291CEF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 Requirements</a:t>
            </a:r>
          </a:p>
        </p:txBody>
      </p:sp>
    </p:spTree>
    <p:extLst>
      <p:ext uri="{BB962C8B-B14F-4D97-AF65-F5344CB8AC3E}">
        <p14:creationId xmlns:p14="http://schemas.microsoft.com/office/powerpoint/2010/main" val="4035602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AADC54-F1F4-4B1C-1840-6E1037EB4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34D5C3E-0055-DE5D-EBF7-192161E7D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Tasked with designing a CSS representation of the popular casino card game, Blackjack, complete with cards, chips, and a dynamic interface for player actions</a:t>
            </a:r>
          </a:p>
          <a:p>
            <a:pPr lvl="1"/>
            <a:r>
              <a:rPr lang="en-US" dirty="0"/>
              <a:t>Needed to implement various components of blackjack, including:</a:t>
            </a:r>
          </a:p>
          <a:p>
            <a:pPr lvl="2"/>
            <a:r>
              <a:rPr lang="en-US" dirty="0"/>
              <a:t>Placing, winning, and losing bets</a:t>
            </a:r>
          </a:p>
          <a:p>
            <a:pPr lvl="2"/>
            <a:r>
              <a:rPr lang="en-US" dirty="0"/>
              <a:t>Choosing to stand or hit</a:t>
            </a:r>
          </a:p>
          <a:p>
            <a:pPr lvl="2"/>
            <a:r>
              <a:rPr lang="en-US" dirty="0"/>
              <a:t>Going bust once deck value is too high</a:t>
            </a:r>
          </a:p>
          <a:p>
            <a:r>
              <a:rPr lang="en-US" dirty="0"/>
              <a:t>Goal of familiarizing ourselves with HTML/CSS</a:t>
            </a:r>
          </a:p>
          <a:p>
            <a:pPr lvl="1"/>
            <a:r>
              <a:rPr lang="en-US" dirty="0"/>
              <a:t>Key facet in getting a career in web programming</a:t>
            </a:r>
          </a:p>
        </p:txBody>
      </p:sp>
    </p:spTree>
    <p:extLst>
      <p:ext uri="{BB962C8B-B14F-4D97-AF65-F5344CB8AC3E}">
        <p14:creationId xmlns:p14="http://schemas.microsoft.com/office/powerpoint/2010/main" val="1843680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2D1DA-69D3-32AC-A77E-07C390A09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Run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CBBC4B-F681-74CE-BA1A-E5A234FF28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https://codd.cs.gsu.edu/~jngui1/PR_01/index.html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540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67A19-4884-C9F1-659F-C6C371202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Highlights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901EC3-D439-A2DF-632E-A7D00AE2A7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Principles</a:t>
            </a:r>
          </a:p>
        </p:txBody>
      </p:sp>
    </p:spTree>
    <p:extLst>
      <p:ext uri="{BB962C8B-B14F-4D97-AF65-F5344CB8AC3E}">
        <p14:creationId xmlns:p14="http://schemas.microsoft.com/office/powerpoint/2010/main" val="2192933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70FFCC-6CAD-F081-E0F3-68C838F20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Overview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D3095B5-AD1D-34DC-FA9B-9ABB0B30C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4 Web pages</a:t>
            </a:r>
          </a:p>
          <a:p>
            <a:pPr lvl="1"/>
            <a:r>
              <a:rPr lang="en-US" dirty="0"/>
              <a:t>Landing page (index.html)</a:t>
            </a:r>
          </a:p>
          <a:p>
            <a:pPr lvl="1"/>
            <a:r>
              <a:rPr lang="en-US" dirty="0"/>
              <a:t>Starting page (start.html)</a:t>
            </a:r>
          </a:p>
          <a:p>
            <a:pPr lvl="1"/>
            <a:r>
              <a:rPr lang="en-US" dirty="0"/>
              <a:t>Page for user standing (stand.html)</a:t>
            </a:r>
          </a:p>
          <a:p>
            <a:pPr lvl="1"/>
            <a:r>
              <a:rPr lang="en-US" dirty="0"/>
              <a:t>Page for user hitting (hit.html)</a:t>
            </a:r>
          </a:p>
          <a:p>
            <a:pPr lvl="1"/>
            <a:r>
              <a:rPr lang="en-US" dirty="0"/>
              <a:t>New page = result of user’s choice</a:t>
            </a:r>
          </a:p>
          <a:p>
            <a:r>
              <a:rPr lang="en-US" dirty="0"/>
              <a:t>Static game</a:t>
            </a:r>
          </a:p>
          <a:p>
            <a:r>
              <a:rPr lang="en-US" dirty="0"/>
              <a:t>Game ends after one choice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187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25B9A-31FE-7FAF-0456-B8A6D7484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Design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CEEE3-3FBE-123F-0674-F4FEFB4AF7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Utilized transforms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transform: rotate()</a:t>
            </a:r>
            <a:r>
              <a:rPr lang="en-US" dirty="0"/>
              <a:t> used to align elements with background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transform: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rotateY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used to flip cards over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transform: translate()</a:t>
            </a:r>
            <a:r>
              <a:rPr lang="en-US" dirty="0"/>
              <a:t> used to move elements offscreen</a:t>
            </a:r>
          </a:p>
          <a:p>
            <a:r>
              <a:rPr lang="en-US" dirty="0"/>
              <a:t>Utilized animations</a:t>
            </a:r>
          </a:p>
          <a:p>
            <a:pPr lvl="1"/>
            <a:r>
              <a:rPr lang="en-US" dirty="0"/>
              <a:t>% markers used as animation steps</a:t>
            </a:r>
          </a:p>
          <a:p>
            <a:pPr lvl="2"/>
            <a:r>
              <a:rPr lang="en-US" dirty="0"/>
              <a:t>E.g., First element to move starts moving at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0%</a:t>
            </a:r>
            <a:r>
              <a:rPr lang="en-US" dirty="0"/>
              <a:t> and stops at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1%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animation-fill-mode</a:t>
            </a:r>
            <a:r>
              <a:rPr lang="en-US" dirty="0"/>
              <a:t> used to keep elements in place after animation ends</a:t>
            </a:r>
          </a:p>
          <a:p>
            <a:r>
              <a:rPr lang="en-US" dirty="0"/>
              <a:t>Relative length units (i.e.,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vw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vh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dirty="0"/>
              <a:t>) were utilized for consistent look across screen sizes</a:t>
            </a:r>
          </a:p>
        </p:txBody>
      </p:sp>
    </p:spTree>
    <p:extLst>
      <p:ext uri="{BB962C8B-B14F-4D97-AF65-F5344CB8AC3E}">
        <p14:creationId xmlns:p14="http://schemas.microsoft.com/office/powerpoint/2010/main" val="3755306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27CB2-B0BF-861D-4B36-713633E90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40080"/>
          </a:xfrm>
        </p:spPr>
        <p:txBody>
          <a:bodyPr/>
          <a:lstStyle/>
          <a:p>
            <a:r>
              <a:rPr lang="en-US" dirty="0"/>
              <a:t>Animation Pseudo-Code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2A8D7-DB33-59B6-467F-20465891F0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1249680"/>
            <a:ext cx="5647266" cy="4791681"/>
          </a:xfrm>
        </p:spPr>
        <p:txBody>
          <a:bodyPr>
            <a:noAutofit/>
          </a:bodyPr>
          <a:lstStyle/>
          <a:p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@keyframes playing-card {</a:t>
            </a:r>
          </a:p>
          <a:p>
            <a:pPr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	    Step 1 {</a:t>
            </a:r>
          </a:p>
          <a:p>
            <a:pPr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	        Shuffle deck;</a:t>
            </a:r>
          </a:p>
          <a:p>
            <a:pPr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	    }</a:t>
            </a:r>
          </a:p>
          <a:p>
            <a:pPr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	    Step 2 {</a:t>
            </a:r>
          </a:p>
          <a:p>
            <a:pPr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	        Move deck offscreen;</a:t>
            </a:r>
          </a:p>
          <a:p>
            <a:pPr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	    }</a:t>
            </a:r>
          </a:p>
          <a:p>
            <a:pPr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	    Step 3 {</a:t>
            </a:r>
          </a:p>
          <a:p>
            <a:pPr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	        Flip card from back to front;</a:t>
            </a:r>
          </a:p>
          <a:p>
            <a:pPr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	    }</a:t>
            </a:r>
          </a:p>
          <a:p>
            <a:pPr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	    Step 4 {</a:t>
            </a:r>
          </a:p>
          <a:p>
            <a:pPr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	        Move card into corresponding player’s deck;</a:t>
            </a:r>
          </a:p>
          <a:p>
            <a:pPr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	    }</a:t>
            </a:r>
          </a:p>
          <a:p>
            <a:pPr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7B8EAC-44FE-5E41-E3B9-45380DE06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249681"/>
            <a:ext cx="5647266" cy="4791682"/>
          </a:xfrm>
        </p:spPr>
        <p:txBody>
          <a:bodyPr>
            <a:normAutofit/>
          </a:bodyPr>
          <a:lstStyle/>
          <a:p>
            <a:r>
              <a:rPr lang="en-US" sz="1250" dirty="0">
                <a:latin typeface="Courier New" panose="02070309020205020404" pitchFamily="49" charset="0"/>
                <a:cs typeface="Courier New" panose="02070309020205020404" pitchFamily="49" charset="0"/>
              </a:rPr>
              <a:t>@keyframes deck-value {</a:t>
            </a:r>
          </a:p>
          <a:p>
            <a:pPr>
              <a:buNone/>
            </a:pPr>
            <a:r>
              <a:rPr lang="en-US" sz="1250" dirty="0">
                <a:latin typeface="Courier New" panose="02070309020205020404" pitchFamily="49" charset="0"/>
                <a:cs typeface="Courier New" panose="02070309020205020404" pitchFamily="49" charset="0"/>
              </a:rPr>
              <a:t>	    Step 1 {</a:t>
            </a:r>
          </a:p>
          <a:p>
            <a:pPr>
              <a:buNone/>
            </a:pPr>
            <a:r>
              <a:rPr lang="en-US" sz="1250" dirty="0">
                <a:latin typeface="Courier New" panose="02070309020205020404" pitchFamily="49" charset="0"/>
                <a:cs typeface="Courier New" panose="02070309020205020404" pitchFamily="49" charset="0"/>
              </a:rPr>
              <a:t>	        Display value when player receives 1 card;</a:t>
            </a:r>
          </a:p>
          <a:p>
            <a:pPr>
              <a:buNone/>
            </a:pPr>
            <a:r>
              <a:rPr lang="en-US" sz="1250" dirty="0">
                <a:latin typeface="Courier New" panose="02070309020205020404" pitchFamily="49" charset="0"/>
                <a:cs typeface="Courier New" panose="02070309020205020404" pitchFamily="49" charset="0"/>
              </a:rPr>
              <a:t>	    }</a:t>
            </a:r>
          </a:p>
          <a:p>
            <a:pPr>
              <a:buNone/>
            </a:pPr>
            <a:r>
              <a:rPr lang="en-US" sz="1250" dirty="0">
                <a:latin typeface="Courier New" panose="02070309020205020404" pitchFamily="49" charset="0"/>
                <a:cs typeface="Courier New" panose="02070309020205020404" pitchFamily="49" charset="0"/>
              </a:rPr>
              <a:t>	    Step 2 {</a:t>
            </a:r>
          </a:p>
          <a:p>
            <a:pPr>
              <a:buNone/>
            </a:pPr>
            <a:r>
              <a:rPr lang="en-US" sz="1250" dirty="0">
                <a:latin typeface="Courier New" panose="02070309020205020404" pitchFamily="49" charset="0"/>
                <a:cs typeface="Courier New" panose="02070309020205020404" pitchFamily="49" charset="0"/>
              </a:rPr>
              <a:t>	        Update value when player receives 2 cards;</a:t>
            </a:r>
          </a:p>
          <a:p>
            <a:pPr>
              <a:buNone/>
            </a:pPr>
            <a:r>
              <a:rPr lang="en-US" sz="1250" dirty="0">
                <a:latin typeface="Courier New" panose="02070309020205020404" pitchFamily="49" charset="0"/>
                <a:cs typeface="Courier New" panose="02070309020205020404" pitchFamily="49" charset="0"/>
              </a:rPr>
              <a:t>	    }</a:t>
            </a:r>
          </a:p>
          <a:p>
            <a:pPr>
              <a:buNone/>
            </a:pPr>
            <a:r>
              <a:rPr lang="en-US" sz="1250" dirty="0">
                <a:latin typeface="Courier New" panose="02070309020205020404" pitchFamily="49" charset="0"/>
                <a:cs typeface="Courier New" panose="02070309020205020404" pitchFamily="49" charset="0"/>
              </a:rPr>
              <a:t>	    Step 3 {</a:t>
            </a:r>
          </a:p>
          <a:p>
            <a:pPr>
              <a:buNone/>
            </a:pPr>
            <a:r>
              <a:rPr lang="en-US" sz="1250" dirty="0">
                <a:latin typeface="Courier New" panose="02070309020205020404" pitchFamily="49" charset="0"/>
                <a:cs typeface="Courier New" panose="02070309020205020404" pitchFamily="49" charset="0"/>
              </a:rPr>
              <a:t>	        Update value when player receives 3 cards;</a:t>
            </a:r>
          </a:p>
          <a:p>
            <a:pPr>
              <a:buNone/>
            </a:pPr>
            <a:r>
              <a:rPr lang="en-US" sz="1250" dirty="0">
                <a:latin typeface="Courier New" panose="02070309020205020404" pitchFamily="49" charset="0"/>
                <a:cs typeface="Courier New" panose="02070309020205020404" pitchFamily="49" charset="0"/>
              </a:rPr>
              <a:t>	    }</a:t>
            </a:r>
          </a:p>
          <a:p>
            <a:pPr>
              <a:buNone/>
            </a:pPr>
            <a:r>
              <a:rPr lang="en-US" sz="1250" dirty="0">
                <a:latin typeface="Courier New" panose="02070309020205020404" pitchFamily="49" charset="0"/>
                <a:cs typeface="Courier New" panose="02070309020205020404" pitchFamily="49" charset="0"/>
              </a:rPr>
              <a:t>	    Step 4 {</a:t>
            </a:r>
          </a:p>
          <a:p>
            <a:pPr>
              <a:buNone/>
            </a:pPr>
            <a:r>
              <a:rPr lang="en-US" sz="1250" dirty="0">
                <a:latin typeface="Courier New" panose="02070309020205020404" pitchFamily="49" charset="0"/>
                <a:cs typeface="Courier New" panose="02070309020205020404" pitchFamily="49" charset="0"/>
              </a:rPr>
              <a:t>	        Turn value gold when player gets value of 21;</a:t>
            </a:r>
          </a:p>
          <a:p>
            <a:pPr>
              <a:buNone/>
            </a:pPr>
            <a:r>
              <a:rPr lang="en-US" sz="1250" dirty="0">
                <a:latin typeface="Courier New" panose="02070309020205020404" pitchFamily="49" charset="0"/>
                <a:cs typeface="Courier New" panose="02070309020205020404" pitchFamily="49" charset="0"/>
              </a:rPr>
              <a:t>	    }</a:t>
            </a:r>
          </a:p>
          <a:p>
            <a:pPr>
              <a:buNone/>
            </a:pPr>
            <a:r>
              <a:rPr lang="en-US" sz="1250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883669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E40F4-C0D6-7E1E-8AD6-1A323050A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30026-8AE2-CAAD-2859-86FA718C4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40080"/>
          </a:xfrm>
        </p:spPr>
        <p:txBody>
          <a:bodyPr/>
          <a:lstStyle/>
          <a:p>
            <a:r>
              <a:rPr lang="en-US" dirty="0"/>
              <a:t>Animation Pseudo-Code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5BF8D-1EDF-E758-6406-AF348601F3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1249680"/>
            <a:ext cx="5647266" cy="4791681"/>
          </a:xfrm>
        </p:spPr>
        <p:txBody>
          <a:bodyPr>
            <a:noAutofit/>
          </a:bodyPr>
          <a:lstStyle/>
          <a:p>
            <a:r>
              <a:rPr lang="en-US" sz="1150" dirty="0">
                <a:latin typeface="Courier New" panose="02070309020205020404" pitchFamily="49" charset="0"/>
                <a:cs typeface="Courier New" panose="02070309020205020404" pitchFamily="49" charset="0"/>
              </a:rPr>
              <a:t>@keyframes hit-display {</a:t>
            </a:r>
          </a:p>
          <a:p>
            <a:pPr>
              <a:buNone/>
            </a:pPr>
            <a:r>
              <a:rPr lang="en-US" sz="1150" dirty="0">
                <a:latin typeface="Courier New" panose="02070309020205020404" pitchFamily="49" charset="0"/>
                <a:cs typeface="Courier New" panose="02070309020205020404" pitchFamily="49" charset="0"/>
              </a:rPr>
              <a:t>	    Step 1 {</a:t>
            </a:r>
          </a:p>
          <a:p>
            <a:pPr>
              <a:buNone/>
            </a:pPr>
            <a:r>
              <a:rPr lang="en-US" sz="1150" dirty="0">
                <a:latin typeface="Courier New" panose="02070309020205020404" pitchFamily="49" charset="0"/>
                <a:cs typeface="Courier New" panose="02070309020205020404" pitchFamily="49" charset="0"/>
              </a:rPr>
              <a:t>	        Display “Hit!” when player draws card;</a:t>
            </a:r>
          </a:p>
          <a:p>
            <a:pPr>
              <a:buNone/>
            </a:pPr>
            <a:r>
              <a:rPr lang="en-US" sz="1150" dirty="0">
                <a:latin typeface="Courier New" panose="02070309020205020404" pitchFamily="49" charset="0"/>
                <a:cs typeface="Courier New" panose="02070309020205020404" pitchFamily="49" charset="0"/>
              </a:rPr>
              <a:t>	    }</a:t>
            </a:r>
          </a:p>
          <a:p>
            <a:pPr>
              <a:buNone/>
            </a:pPr>
            <a:r>
              <a:rPr lang="en-US" sz="1150" dirty="0">
                <a:latin typeface="Courier New" panose="02070309020205020404" pitchFamily="49" charset="0"/>
                <a:cs typeface="Courier New" panose="02070309020205020404" pitchFamily="49" charset="0"/>
              </a:rPr>
              <a:t>	    Step 2 {</a:t>
            </a:r>
          </a:p>
          <a:p>
            <a:pPr>
              <a:buNone/>
            </a:pPr>
            <a:r>
              <a:rPr lang="en-US" sz="1150" dirty="0">
                <a:latin typeface="Courier New" panose="02070309020205020404" pitchFamily="49" charset="0"/>
                <a:cs typeface="Courier New" panose="02070309020205020404" pitchFamily="49" charset="0"/>
              </a:rPr>
              <a:t>	        Remove “Hit!” message when card is placed in deck;</a:t>
            </a:r>
          </a:p>
          <a:p>
            <a:pPr>
              <a:buNone/>
            </a:pPr>
            <a:r>
              <a:rPr lang="en-US" sz="1150" dirty="0">
                <a:latin typeface="Courier New" panose="02070309020205020404" pitchFamily="49" charset="0"/>
                <a:cs typeface="Courier New" panose="02070309020205020404" pitchFamily="49" charset="0"/>
              </a:rPr>
              <a:t>	    }</a:t>
            </a:r>
          </a:p>
          <a:p>
            <a:pPr>
              <a:buNone/>
            </a:pPr>
            <a:r>
              <a:rPr lang="en-US" sz="1150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sz="1150" dirty="0">
                <a:latin typeface="Courier New" panose="02070309020205020404" pitchFamily="49" charset="0"/>
                <a:cs typeface="Courier New" panose="02070309020205020404" pitchFamily="49" charset="0"/>
              </a:rPr>
              <a:t>@keyframes stand-display {</a:t>
            </a:r>
          </a:p>
          <a:p>
            <a:pPr>
              <a:buNone/>
            </a:pPr>
            <a:r>
              <a:rPr lang="en-US" sz="1150" dirty="0">
                <a:latin typeface="Courier New" panose="02070309020205020404" pitchFamily="49" charset="0"/>
                <a:cs typeface="Courier New" panose="02070309020205020404" pitchFamily="49" charset="0"/>
              </a:rPr>
              <a:t>	    Step 1 {</a:t>
            </a:r>
          </a:p>
          <a:p>
            <a:pPr>
              <a:buNone/>
            </a:pPr>
            <a:r>
              <a:rPr lang="en-US" sz="1150" dirty="0">
                <a:latin typeface="Courier New" panose="02070309020205020404" pitchFamily="49" charset="0"/>
                <a:cs typeface="Courier New" panose="02070309020205020404" pitchFamily="49" charset="0"/>
              </a:rPr>
              <a:t>	        Display “Stand!” when player stops drawing cards;</a:t>
            </a:r>
          </a:p>
          <a:p>
            <a:pPr>
              <a:buNone/>
            </a:pPr>
            <a:r>
              <a:rPr lang="en-US" sz="1150" dirty="0">
                <a:latin typeface="Courier New" panose="02070309020205020404" pitchFamily="49" charset="0"/>
                <a:cs typeface="Courier New" panose="02070309020205020404" pitchFamily="49" charset="0"/>
              </a:rPr>
              <a:t>	    }</a:t>
            </a:r>
          </a:p>
          <a:p>
            <a:pPr>
              <a:buNone/>
            </a:pPr>
            <a:r>
              <a:rPr lang="en-US" sz="1150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0BFF51-BAB6-CD4C-E662-6C8771A251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249681"/>
            <a:ext cx="5647266" cy="4791682"/>
          </a:xfrm>
        </p:spPr>
        <p:txBody>
          <a:bodyPr>
            <a:norm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Wingdings 3" charset="2"/>
              <a:buChar char=""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@keyframes bust-display {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Wingdings 3" charset="2"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    Step 1 {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Wingdings 3" charset="2"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        Display “Bust!” when player’s deck’s value exceed 21;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Wingdings 3" charset="2"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    }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Wingdings 3" charset="2"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}</a:t>
            </a:r>
            <a:endParaRPr lang="en-US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@keyframes link-button {</a:t>
            </a:r>
          </a:p>
          <a:p>
            <a:pPr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	    Step 1 {</a:t>
            </a:r>
          </a:p>
          <a:p>
            <a:pPr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	        Display link button after all animations are finished;</a:t>
            </a:r>
          </a:p>
          <a:p>
            <a:pPr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	    } </a:t>
            </a:r>
          </a:p>
          <a:p>
            <a:pPr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211789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1E548-71C3-8200-FA2C-26FCBF0EB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4CE68-B18B-377E-F87C-1504D6467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Users presented with choice once animation ends</a:t>
            </a:r>
          </a:p>
          <a:p>
            <a:pPr lvl="1"/>
            <a:r>
              <a:rPr lang="en-US" dirty="0"/>
              <a:t>“Begin Game” button on landing page to start playing</a:t>
            </a:r>
          </a:p>
          <a:p>
            <a:pPr lvl="1"/>
            <a:r>
              <a:rPr lang="en-US" dirty="0"/>
              <a:t>“Stand” button after 1</a:t>
            </a:r>
            <a:r>
              <a:rPr lang="en-US" baseline="30000" dirty="0"/>
              <a:t>st</a:t>
            </a:r>
            <a:r>
              <a:rPr lang="en-US" dirty="0"/>
              <a:t> part of animation if player wants to stop drawing cards</a:t>
            </a:r>
          </a:p>
          <a:p>
            <a:pPr lvl="1"/>
            <a:r>
              <a:rPr lang="en-US" dirty="0"/>
              <a:t>“Hit” button after 1</a:t>
            </a:r>
            <a:r>
              <a:rPr lang="en-US" baseline="30000" dirty="0"/>
              <a:t>st</a:t>
            </a:r>
            <a:r>
              <a:rPr lang="en-US" dirty="0"/>
              <a:t> part of animation if player wants to draw another card</a:t>
            </a:r>
          </a:p>
          <a:p>
            <a:pPr lvl="1"/>
            <a:r>
              <a:rPr lang="en-US" dirty="0"/>
              <a:t>“Leave Game” button after player wins or loses, which directs back to landing page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6DC837-186A-0A77-B18B-FCC75AF2A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416" y="4310010"/>
            <a:ext cx="2200582" cy="7525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9A7F91-D270-F7DE-0624-3B8FAC7686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5373298"/>
            <a:ext cx="2391109" cy="7716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C5F194-30F3-D8D9-6FD4-23C757B240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2243" y="4329063"/>
            <a:ext cx="2276793" cy="7335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84A5881-2D46-38C6-A03F-794F6900B1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3664" y="5335193"/>
            <a:ext cx="2305372" cy="80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858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6D104-A567-2441-D4F5-5C92C5A29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UML Class Diagram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C5DED73-F948-E5A0-D5BD-B1A3C4099C19}"/>
              </a:ext>
            </a:extLst>
          </p:cNvPr>
          <p:cNvGrpSpPr/>
          <p:nvPr/>
        </p:nvGrpSpPr>
        <p:grpSpPr>
          <a:xfrm>
            <a:off x="3848100" y="2155020"/>
            <a:ext cx="2065020" cy="830997"/>
            <a:chOff x="3688080" y="2454532"/>
            <a:chExt cx="2065020" cy="830997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8F3658A-E95E-B86A-3B2F-CFC8C858C282}"/>
                </a:ext>
              </a:extLst>
            </p:cNvPr>
            <p:cNvSpPr txBox="1"/>
            <p:nvPr/>
          </p:nvSpPr>
          <p:spPr>
            <a:xfrm>
              <a:off x="3688080" y="2454532"/>
              <a:ext cx="206502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.heart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CC6BB97-F1B9-840D-4DC6-A81EDCB90DF0}"/>
                </a:ext>
              </a:extLst>
            </p:cNvPr>
            <p:cNvSpPr txBox="1"/>
            <p:nvPr/>
          </p:nvSpPr>
          <p:spPr>
            <a:xfrm>
              <a:off x="3688080" y="2823864"/>
              <a:ext cx="2065020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position: absolute</a:t>
              </a:r>
            </a:p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color: red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4B0E586-ACA4-1301-2611-D2CB9030BEDD}"/>
              </a:ext>
            </a:extLst>
          </p:cNvPr>
          <p:cNvGrpSpPr/>
          <p:nvPr/>
        </p:nvGrpSpPr>
        <p:grpSpPr>
          <a:xfrm>
            <a:off x="677334" y="3776943"/>
            <a:ext cx="2514601" cy="646336"/>
            <a:chOff x="3688079" y="2454532"/>
            <a:chExt cx="2065020" cy="64633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F48F13F-7764-3BB9-CDA6-84C71D6C3456}"/>
                </a:ext>
              </a:extLst>
            </p:cNvPr>
            <p:cNvSpPr txBox="1"/>
            <p:nvPr/>
          </p:nvSpPr>
          <p:spPr>
            <a:xfrm>
              <a:off x="3688079" y="2454532"/>
              <a:ext cx="206502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#heart-6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494F80F-210D-A59F-60E2-B0B08548D00C}"/>
                </a:ext>
              </a:extLst>
            </p:cNvPr>
            <p:cNvSpPr txBox="1"/>
            <p:nvPr/>
          </p:nvSpPr>
          <p:spPr>
            <a:xfrm>
              <a:off x="3688079" y="2823869"/>
              <a:ext cx="2065020" cy="2769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animation: heart-1-move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743E5D8-DAA7-0FDC-E799-85FF9E31C9BC}"/>
              </a:ext>
            </a:extLst>
          </p:cNvPr>
          <p:cNvGrpSpPr/>
          <p:nvPr/>
        </p:nvGrpSpPr>
        <p:grpSpPr>
          <a:xfrm>
            <a:off x="3623310" y="5395031"/>
            <a:ext cx="2514600" cy="646334"/>
            <a:chOff x="3688080" y="2447780"/>
            <a:chExt cx="2065020" cy="64633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22F850B-E48E-9425-0D89-AF48B39F516F}"/>
                </a:ext>
              </a:extLst>
            </p:cNvPr>
            <p:cNvSpPr txBox="1"/>
            <p:nvPr/>
          </p:nvSpPr>
          <p:spPr>
            <a:xfrm>
              <a:off x="3688080" y="2447780"/>
              <a:ext cx="206502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#heart-1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724C90A-E564-DAAF-CD39-4E9E94D3252D}"/>
                </a:ext>
              </a:extLst>
            </p:cNvPr>
            <p:cNvSpPr txBox="1"/>
            <p:nvPr/>
          </p:nvSpPr>
          <p:spPr>
            <a:xfrm>
              <a:off x="3688080" y="2817115"/>
              <a:ext cx="2065020" cy="2769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animation: heart-1-move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3B8167D-AE3D-138C-075D-46BD251EFFCD}"/>
              </a:ext>
            </a:extLst>
          </p:cNvPr>
          <p:cNvGrpSpPr/>
          <p:nvPr/>
        </p:nvGrpSpPr>
        <p:grpSpPr>
          <a:xfrm>
            <a:off x="6767484" y="3776181"/>
            <a:ext cx="2514600" cy="647098"/>
            <a:chOff x="3688080" y="2454532"/>
            <a:chExt cx="2065020" cy="647098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533D5E3-EEC9-D55A-99D5-54D6A3422D8F}"/>
                </a:ext>
              </a:extLst>
            </p:cNvPr>
            <p:cNvSpPr txBox="1"/>
            <p:nvPr/>
          </p:nvSpPr>
          <p:spPr>
            <a:xfrm>
              <a:off x="3688080" y="2454532"/>
              <a:ext cx="206502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#heart-K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E74EC85-A167-3F02-0A48-015503D01860}"/>
                </a:ext>
              </a:extLst>
            </p:cNvPr>
            <p:cNvSpPr txBox="1"/>
            <p:nvPr/>
          </p:nvSpPr>
          <p:spPr>
            <a:xfrm>
              <a:off x="3688080" y="2824631"/>
              <a:ext cx="2065020" cy="2769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animation: heart-K-move</a:t>
              </a:r>
            </a:p>
          </p:txBody>
        </p: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480CDBD-7752-7751-C472-A094DFEC5C6E}"/>
              </a:ext>
            </a:extLst>
          </p:cNvPr>
          <p:cNvCxnSpPr>
            <a:cxnSpLocks/>
          </p:cNvCxnSpPr>
          <p:nvPr/>
        </p:nvCxnSpPr>
        <p:spPr>
          <a:xfrm>
            <a:off x="3191935" y="4145513"/>
            <a:ext cx="16886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59D35AC-F50B-6440-712A-7F6F3722855C}"/>
              </a:ext>
            </a:extLst>
          </p:cNvPr>
          <p:cNvCxnSpPr>
            <a:cxnSpLocks/>
            <a:endCxn id="5" idx="2"/>
          </p:cNvCxnSpPr>
          <p:nvPr/>
        </p:nvCxnSpPr>
        <p:spPr>
          <a:xfrm flipV="1">
            <a:off x="4880610" y="2986017"/>
            <a:ext cx="0" cy="1159496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46F370B-289C-42DF-D210-68F4CD5131AC}"/>
              </a:ext>
            </a:extLst>
          </p:cNvPr>
          <p:cNvCxnSpPr/>
          <p:nvPr/>
        </p:nvCxnSpPr>
        <p:spPr>
          <a:xfrm>
            <a:off x="4880610" y="4145513"/>
            <a:ext cx="188687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5DE165E-44A6-C154-52B8-1E315E4BD853}"/>
              </a:ext>
            </a:extLst>
          </p:cNvPr>
          <p:cNvCxnSpPr/>
          <p:nvPr/>
        </p:nvCxnSpPr>
        <p:spPr>
          <a:xfrm>
            <a:off x="4880610" y="4145513"/>
            <a:ext cx="0" cy="12495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1497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0AD1A-E4F5-2406-57D0-6069C37A0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4A7FA-C172-30F6-44FC-08E5E7DDE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UML Class Diagram (cont.)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6CA3BD4-AE59-8AF4-D4D6-64CF8E618D0A}"/>
              </a:ext>
            </a:extLst>
          </p:cNvPr>
          <p:cNvGrpSpPr/>
          <p:nvPr/>
        </p:nvGrpSpPr>
        <p:grpSpPr>
          <a:xfrm>
            <a:off x="3848100" y="2155020"/>
            <a:ext cx="2065020" cy="830997"/>
            <a:chOff x="3688080" y="2454532"/>
            <a:chExt cx="2065020" cy="830997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F2A00A0-F2E6-9D1D-1815-F8FF7F38B9FB}"/>
                </a:ext>
              </a:extLst>
            </p:cNvPr>
            <p:cNvSpPr txBox="1"/>
            <p:nvPr/>
          </p:nvSpPr>
          <p:spPr>
            <a:xfrm>
              <a:off x="3688080" y="2454532"/>
              <a:ext cx="206502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.diamond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A95D9CF-A99C-95AF-53CD-DAA9CF272801}"/>
                </a:ext>
              </a:extLst>
            </p:cNvPr>
            <p:cNvSpPr txBox="1"/>
            <p:nvPr/>
          </p:nvSpPr>
          <p:spPr>
            <a:xfrm>
              <a:off x="3688080" y="2823864"/>
              <a:ext cx="2065020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position: absolute</a:t>
              </a:r>
            </a:p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color: red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B621AA4-B0D7-CB71-B2D8-78A67843F706}"/>
              </a:ext>
            </a:extLst>
          </p:cNvPr>
          <p:cNvGrpSpPr/>
          <p:nvPr/>
        </p:nvGrpSpPr>
        <p:grpSpPr>
          <a:xfrm>
            <a:off x="508853" y="3776943"/>
            <a:ext cx="2683081" cy="646336"/>
            <a:chOff x="3688079" y="2454532"/>
            <a:chExt cx="2065020" cy="64633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DDB2BC8-180A-4DFA-328D-F99C819DD5CE}"/>
                </a:ext>
              </a:extLst>
            </p:cNvPr>
            <p:cNvSpPr txBox="1"/>
            <p:nvPr/>
          </p:nvSpPr>
          <p:spPr>
            <a:xfrm>
              <a:off x="3688079" y="2454532"/>
              <a:ext cx="206502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#diamond-6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1632F55-DBCE-C031-285D-313DE302BB48}"/>
                </a:ext>
              </a:extLst>
            </p:cNvPr>
            <p:cNvSpPr txBox="1"/>
            <p:nvPr/>
          </p:nvSpPr>
          <p:spPr>
            <a:xfrm>
              <a:off x="3688079" y="2823869"/>
              <a:ext cx="2065020" cy="2769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animation: diamond-6-move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4D8E98F-92AE-FDA4-5341-F297A787FEB4}"/>
              </a:ext>
            </a:extLst>
          </p:cNvPr>
          <p:cNvGrpSpPr/>
          <p:nvPr/>
        </p:nvGrpSpPr>
        <p:grpSpPr>
          <a:xfrm>
            <a:off x="6749874" y="5359536"/>
            <a:ext cx="2777490" cy="646334"/>
            <a:chOff x="3688080" y="2447780"/>
            <a:chExt cx="2065020" cy="64633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C72BB6F-F114-3B64-6B84-F0F5763B60B7}"/>
                </a:ext>
              </a:extLst>
            </p:cNvPr>
            <p:cNvSpPr txBox="1"/>
            <p:nvPr/>
          </p:nvSpPr>
          <p:spPr>
            <a:xfrm>
              <a:off x="3688080" y="2447780"/>
              <a:ext cx="206502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#diamond-3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AEDE847-0BA0-7A85-15AE-8A3254B4996B}"/>
                </a:ext>
              </a:extLst>
            </p:cNvPr>
            <p:cNvSpPr txBox="1"/>
            <p:nvPr/>
          </p:nvSpPr>
          <p:spPr>
            <a:xfrm>
              <a:off x="3688080" y="2817115"/>
              <a:ext cx="2065020" cy="2769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animation: diamond-3-move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402844A-4871-33DB-02E9-7BD4DDBB4FA5}"/>
              </a:ext>
            </a:extLst>
          </p:cNvPr>
          <p:cNvGrpSpPr/>
          <p:nvPr/>
        </p:nvGrpSpPr>
        <p:grpSpPr>
          <a:xfrm>
            <a:off x="6767483" y="3776181"/>
            <a:ext cx="2742273" cy="647098"/>
            <a:chOff x="3688080" y="2454532"/>
            <a:chExt cx="2065020" cy="647098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B689107-D872-610B-8F62-02B3872734AE}"/>
                </a:ext>
              </a:extLst>
            </p:cNvPr>
            <p:cNvSpPr txBox="1"/>
            <p:nvPr/>
          </p:nvSpPr>
          <p:spPr>
            <a:xfrm>
              <a:off x="3688080" y="2454532"/>
              <a:ext cx="206502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#diamond-J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2315585-3E76-11A1-059C-AA33726A33D8}"/>
                </a:ext>
              </a:extLst>
            </p:cNvPr>
            <p:cNvSpPr txBox="1"/>
            <p:nvPr/>
          </p:nvSpPr>
          <p:spPr>
            <a:xfrm>
              <a:off x="3688080" y="2824631"/>
              <a:ext cx="2065020" cy="2769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animation: diamond-J-move</a:t>
              </a:r>
            </a:p>
          </p:txBody>
        </p: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704685C-206D-129A-FDB0-DAE4823911C1}"/>
              </a:ext>
            </a:extLst>
          </p:cNvPr>
          <p:cNvCxnSpPr>
            <a:cxnSpLocks/>
          </p:cNvCxnSpPr>
          <p:nvPr/>
        </p:nvCxnSpPr>
        <p:spPr>
          <a:xfrm>
            <a:off x="3191935" y="4145513"/>
            <a:ext cx="16886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29DDE04-21F6-5F46-CB2B-6F8994CBA952}"/>
              </a:ext>
            </a:extLst>
          </p:cNvPr>
          <p:cNvCxnSpPr>
            <a:cxnSpLocks/>
            <a:endCxn id="5" idx="2"/>
          </p:cNvCxnSpPr>
          <p:nvPr/>
        </p:nvCxnSpPr>
        <p:spPr>
          <a:xfrm flipV="1">
            <a:off x="4880610" y="2986017"/>
            <a:ext cx="0" cy="1159496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B33D43E-B469-2A3B-5F71-0EB23CE981C9}"/>
              </a:ext>
            </a:extLst>
          </p:cNvPr>
          <p:cNvCxnSpPr/>
          <p:nvPr/>
        </p:nvCxnSpPr>
        <p:spPr>
          <a:xfrm>
            <a:off x="4880610" y="4145513"/>
            <a:ext cx="188687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36702E5-DB82-5B65-2C02-1F04864129D6}"/>
              </a:ext>
            </a:extLst>
          </p:cNvPr>
          <p:cNvCxnSpPr>
            <a:cxnSpLocks/>
          </p:cNvCxnSpPr>
          <p:nvPr/>
        </p:nvCxnSpPr>
        <p:spPr>
          <a:xfrm>
            <a:off x="4880610" y="4145513"/>
            <a:ext cx="0" cy="6322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AF3A8F30-742D-E56B-1F9C-80233B625188}"/>
              </a:ext>
            </a:extLst>
          </p:cNvPr>
          <p:cNvGrpSpPr/>
          <p:nvPr/>
        </p:nvGrpSpPr>
        <p:grpSpPr>
          <a:xfrm>
            <a:off x="508853" y="5356196"/>
            <a:ext cx="2777490" cy="646334"/>
            <a:chOff x="3688080" y="2447780"/>
            <a:chExt cx="2065020" cy="64633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B7C9098-70B2-82D6-7A0F-3FBA247536EA}"/>
                </a:ext>
              </a:extLst>
            </p:cNvPr>
            <p:cNvSpPr txBox="1"/>
            <p:nvPr/>
          </p:nvSpPr>
          <p:spPr>
            <a:xfrm>
              <a:off x="3688080" y="2447780"/>
              <a:ext cx="206502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#diamond-8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A1DDA22-CBBA-AB85-7982-47C846404948}"/>
                </a:ext>
              </a:extLst>
            </p:cNvPr>
            <p:cNvSpPr txBox="1"/>
            <p:nvPr/>
          </p:nvSpPr>
          <p:spPr>
            <a:xfrm>
              <a:off x="3688080" y="2817115"/>
              <a:ext cx="2065020" cy="2769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animation: diamond-8-move</a:t>
              </a:r>
            </a:p>
          </p:txBody>
        </p: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869DC0A-AFDB-5F60-B23B-AFE421AC5D66}"/>
              </a:ext>
            </a:extLst>
          </p:cNvPr>
          <p:cNvCxnSpPr/>
          <p:nvPr/>
        </p:nvCxnSpPr>
        <p:spPr>
          <a:xfrm flipH="1">
            <a:off x="1897598" y="4777740"/>
            <a:ext cx="29830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F0C5296-D7B1-D728-A03D-C6F258F69DE9}"/>
              </a:ext>
            </a:extLst>
          </p:cNvPr>
          <p:cNvCxnSpPr>
            <a:endCxn id="10" idx="0"/>
          </p:cNvCxnSpPr>
          <p:nvPr/>
        </p:nvCxnSpPr>
        <p:spPr>
          <a:xfrm>
            <a:off x="1897598" y="4777740"/>
            <a:ext cx="0" cy="5784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D07E09F-66DB-04B7-ABDD-FCAD32C5A23F}"/>
              </a:ext>
            </a:extLst>
          </p:cNvPr>
          <p:cNvCxnSpPr>
            <a:cxnSpLocks/>
          </p:cNvCxnSpPr>
          <p:nvPr/>
        </p:nvCxnSpPr>
        <p:spPr>
          <a:xfrm>
            <a:off x="4880610" y="4777740"/>
            <a:ext cx="32580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2EF81F1-E5AB-5F17-C027-09212F7B5326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8138619" y="4777739"/>
            <a:ext cx="0" cy="5817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2620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9872E-A812-DF56-6177-2016D1BEA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E415C-959F-3935-8783-73DE0C7BB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UML Class Diagram (cont.)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55CFB47-9E63-828A-1EEA-7F4E643B18F4}"/>
              </a:ext>
            </a:extLst>
          </p:cNvPr>
          <p:cNvGrpSpPr/>
          <p:nvPr/>
        </p:nvGrpSpPr>
        <p:grpSpPr>
          <a:xfrm>
            <a:off x="3848100" y="2155020"/>
            <a:ext cx="2065020" cy="830997"/>
            <a:chOff x="3688080" y="2454532"/>
            <a:chExt cx="2065020" cy="830997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CA1FD12-EE6C-1D42-63F2-CBFED146F425}"/>
                </a:ext>
              </a:extLst>
            </p:cNvPr>
            <p:cNvSpPr txBox="1"/>
            <p:nvPr/>
          </p:nvSpPr>
          <p:spPr>
            <a:xfrm>
              <a:off x="3688080" y="2454532"/>
              <a:ext cx="206502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.spade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F6E4E7A-A64B-3F93-8DD1-53D7203D4600}"/>
                </a:ext>
              </a:extLst>
            </p:cNvPr>
            <p:cNvSpPr txBox="1"/>
            <p:nvPr/>
          </p:nvSpPr>
          <p:spPr>
            <a:xfrm>
              <a:off x="3688080" y="2823864"/>
              <a:ext cx="2065020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position: absolute</a:t>
              </a:r>
            </a:p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color: black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3616BF6D-8202-7946-A418-D8313CEC265F}"/>
              </a:ext>
            </a:extLst>
          </p:cNvPr>
          <p:cNvGrpSpPr/>
          <p:nvPr/>
        </p:nvGrpSpPr>
        <p:grpSpPr>
          <a:xfrm>
            <a:off x="508853" y="3776943"/>
            <a:ext cx="2683081" cy="646336"/>
            <a:chOff x="3688079" y="2454532"/>
            <a:chExt cx="2065020" cy="64633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7AA542F-B0C0-A1A0-9409-C56C0CAB2B40}"/>
                </a:ext>
              </a:extLst>
            </p:cNvPr>
            <p:cNvSpPr txBox="1"/>
            <p:nvPr/>
          </p:nvSpPr>
          <p:spPr>
            <a:xfrm>
              <a:off x="3688079" y="2454532"/>
              <a:ext cx="206502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#spade-7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1E810BA-DA33-83A2-34A7-EA22D28D0753}"/>
                </a:ext>
              </a:extLst>
            </p:cNvPr>
            <p:cNvSpPr txBox="1"/>
            <p:nvPr/>
          </p:nvSpPr>
          <p:spPr>
            <a:xfrm>
              <a:off x="3688079" y="2823869"/>
              <a:ext cx="2065020" cy="2769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animation: spade-7-move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B915EB0-461F-E548-E9AF-FD859C7BAF82}"/>
              </a:ext>
            </a:extLst>
          </p:cNvPr>
          <p:cNvGrpSpPr/>
          <p:nvPr/>
        </p:nvGrpSpPr>
        <p:grpSpPr>
          <a:xfrm>
            <a:off x="6749874" y="5359536"/>
            <a:ext cx="2777490" cy="646334"/>
            <a:chOff x="3688080" y="2447780"/>
            <a:chExt cx="2065020" cy="64633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DB87E80-C7B6-9F69-AEC5-0B6256442F07}"/>
                </a:ext>
              </a:extLst>
            </p:cNvPr>
            <p:cNvSpPr txBox="1"/>
            <p:nvPr/>
          </p:nvSpPr>
          <p:spPr>
            <a:xfrm>
              <a:off x="3688080" y="2447780"/>
              <a:ext cx="206502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#spade-2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098968F-312B-FF2E-E303-1EA829807529}"/>
                </a:ext>
              </a:extLst>
            </p:cNvPr>
            <p:cNvSpPr txBox="1"/>
            <p:nvPr/>
          </p:nvSpPr>
          <p:spPr>
            <a:xfrm>
              <a:off x="3688080" y="2817115"/>
              <a:ext cx="2065020" cy="2769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animation: spade-2-move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D1DA42-E381-82DD-F489-6604EE726EB9}"/>
              </a:ext>
            </a:extLst>
          </p:cNvPr>
          <p:cNvGrpSpPr/>
          <p:nvPr/>
        </p:nvGrpSpPr>
        <p:grpSpPr>
          <a:xfrm>
            <a:off x="6767483" y="3776181"/>
            <a:ext cx="2742273" cy="647098"/>
            <a:chOff x="3688080" y="2454532"/>
            <a:chExt cx="2065020" cy="647098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188157F-2A11-A5FA-D890-4D3CD8DBA148}"/>
                </a:ext>
              </a:extLst>
            </p:cNvPr>
            <p:cNvSpPr txBox="1"/>
            <p:nvPr/>
          </p:nvSpPr>
          <p:spPr>
            <a:xfrm>
              <a:off x="3688080" y="2454532"/>
              <a:ext cx="206502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#spade-9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5F01C83-AD0A-B661-401F-0E6B35FCE0F5}"/>
                </a:ext>
              </a:extLst>
            </p:cNvPr>
            <p:cNvSpPr txBox="1"/>
            <p:nvPr/>
          </p:nvSpPr>
          <p:spPr>
            <a:xfrm>
              <a:off x="3688080" y="2824631"/>
              <a:ext cx="2065020" cy="2769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animation: spade-9-move</a:t>
              </a:r>
            </a:p>
          </p:txBody>
        </p: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08CCDE3-C690-2306-CA5E-33DE07B09B27}"/>
              </a:ext>
            </a:extLst>
          </p:cNvPr>
          <p:cNvCxnSpPr>
            <a:cxnSpLocks/>
          </p:cNvCxnSpPr>
          <p:nvPr/>
        </p:nvCxnSpPr>
        <p:spPr>
          <a:xfrm>
            <a:off x="3191935" y="4145513"/>
            <a:ext cx="16886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62A5A84-A439-3A2F-3443-88314D79280B}"/>
              </a:ext>
            </a:extLst>
          </p:cNvPr>
          <p:cNvCxnSpPr>
            <a:cxnSpLocks/>
            <a:endCxn id="5" idx="2"/>
          </p:cNvCxnSpPr>
          <p:nvPr/>
        </p:nvCxnSpPr>
        <p:spPr>
          <a:xfrm flipV="1">
            <a:off x="4880610" y="2986017"/>
            <a:ext cx="0" cy="1159496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56CA559-5DFE-AF2B-8D43-237556A43422}"/>
              </a:ext>
            </a:extLst>
          </p:cNvPr>
          <p:cNvCxnSpPr/>
          <p:nvPr/>
        </p:nvCxnSpPr>
        <p:spPr>
          <a:xfrm>
            <a:off x="4880610" y="4145513"/>
            <a:ext cx="188687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2254C51-334C-7A7A-5D93-1F3CB0F7A8CC}"/>
              </a:ext>
            </a:extLst>
          </p:cNvPr>
          <p:cNvCxnSpPr>
            <a:cxnSpLocks/>
          </p:cNvCxnSpPr>
          <p:nvPr/>
        </p:nvCxnSpPr>
        <p:spPr>
          <a:xfrm>
            <a:off x="4880610" y="4145513"/>
            <a:ext cx="0" cy="6322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C33F46B2-4784-4F5D-B861-C90C6FAFC52F}"/>
              </a:ext>
            </a:extLst>
          </p:cNvPr>
          <p:cNvGrpSpPr/>
          <p:nvPr/>
        </p:nvGrpSpPr>
        <p:grpSpPr>
          <a:xfrm>
            <a:off x="508853" y="5356196"/>
            <a:ext cx="2777490" cy="646334"/>
            <a:chOff x="3688080" y="2447780"/>
            <a:chExt cx="2065020" cy="64633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82D7AA3-1576-5727-5FC9-738A89704CBB}"/>
                </a:ext>
              </a:extLst>
            </p:cNvPr>
            <p:cNvSpPr txBox="1"/>
            <p:nvPr/>
          </p:nvSpPr>
          <p:spPr>
            <a:xfrm>
              <a:off x="3688080" y="2447780"/>
              <a:ext cx="206502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#spade-8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9365326-1546-22A5-F91C-1109319DC87B}"/>
                </a:ext>
              </a:extLst>
            </p:cNvPr>
            <p:cNvSpPr txBox="1"/>
            <p:nvPr/>
          </p:nvSpPr>
          <p:spPr>
            <a:xfrm>
              <a:off x="3688080" y="2817115"/>
              <a:ext cx="2065020" cy="2769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animation: spade-8-move</a:t>
              </a:r>
            </a:p>
          </p:txBody>
        </p: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FDC5AE6-11D9-4FBE-6020-43E9B4873D21}"/>
              </a:ext>
            </a:extLst>
          </p:cNvPr>
          <p:cNvCxnSpPr/>
          <p:nvPr/>
        </p:nvCxnSpPr>
        <p:spPr>
          <a:xfrm flipH="1">
            <a:off x="1897598" y="4777740"/>
            <a:ext cx="29830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8452ED1-9C49-2A31-498F-7D6C6F19D1FB}"/>
              </a:ext>
            </a:extLst>
          </p:cNvPr>
          <p:cNvCxnSpPr>
            <a:endCxn id="10" idx="0"/>
          </p:cNvCxnSpPr>
          <p:nvPr/>
        </p:nvCxnSpPr>
        <p:spPr>
          <a:xfrm>
            <a:off x="1897598" y="4777740"/>
            <a:ext cx="0" cy="5784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367A086-4437-E6DC-2661-A1D4D02F9B3B}"/>
              </a:ext>
            </a:extLst>
          </p:cNvPr>
          <p:cNvCxnSpPr>
            <a:cxnSpLocks/>
          </p:cNvCxnSpPr>
          <p:nvPr/>
        </p:nvCxnSpPr>
        <p:spPr>
          <a:xfrm>
            <a:off x="4880610" y="4777740"/>
            <a:ext cx="32580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30F5596-84B7-DE5C-B43E-2D83BB0553A2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8138619" y="4777739"/>
            <a:ext cx="0" cy="5817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7F71712-26EE-9EC9-45F3-706BCE674AE7}"/>
              </a:ext>
            </a:extLst>
          </p:cNvPr>
          <p:cNvGrpSpPr/>
          <p:nvPr/>
        </p:nvGrpSpPr>
        <p:grpSpPr>
          <a:xfrm>
            <a:off x="3629363" y="5350729"/>
            <a:ext cx="2777490" cy="646334"/>
            <a:chOff x="3688080" y="2447780"/>
            <a:chExt cx="2065020" cy="646334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F1E22D0-8263-8F9F-AD4A-9BC21443A8C2}"/>
                </a:ext>
              </a:extLst>
            </p:cNvPr>
            <p:cNvSpPr txBox="1"/>
            <p:nvPr/>
          </p:nvSpPr>
          <p:spPr>
            <a:xfrm>
              <a:off x="3688080" y="2447780"/>
              <a:ext cx="206502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#spade-K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02A7CFC-CE10-0D8C-6531-3F671E6DE167}"/>
                </a:ext>
              </a:extLst>
            </p:cNvPr>
            <p:cNvSpPr txBox="1"/>
            <p:nvPr/>
          </p:nvSpPr>
          <p:spPr>
            <a:xfrm>
              <a:off x="3688080" y="2817115"/>
              <a:ext cx="2065020" cy="2769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animation: spade-K-move</a:t>
              </a:r>
            </a:p>
          </p:txBody>
        </p:sp>
      </p:grp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BDBE011-8BFD-4080-0000-3E02FB41283A}"/>
              </a:ext>
            </a:extLst>
          </p:cNvPr>
          <p:cNvCxnSpPr/>
          <p:nvPr/>
        </p:nvCxnSpPr>
        <p:spPr>
          <a:xfrm>
            <a:off x="4880610" y="4776978"/>
            <a:ext cx="0" cy="5737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85510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5199F-9478-A5C4-164B-4A04F62E2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B6C0D-F676-ECF9-970A-A8460310F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UML Class Diagram (cont.)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CE7686D-D1DA-A230-8B95-5107AD06FA23}"/>
              </a:ext>
            </a:extLst>
          </p:cNvPr>
          <p:cNvGrpSpPr/>
          <p:nvPr/>
        </p:nvGrpSpPr>
        <p:grpSpPr>
          <a:xfrm>
            <a:off x="3848100" y="2155020"/>
            <a:ext cx="2065020" cy="830997"/>
            <a:chOff x="3688080" y="2454532"/>
            <a:chExt cx="2065020" cy="830997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FD95E98-8AC4-BE4B-92F6-341EB95110F2}"/>
                </a:ext>
              </a:extLst>
            </p:cNvPr>
            <p:cNvSpPr txBox="1"/>
            <p:nvPr/>
          </p:nvSpPr>
          <p:spPr>
            <a:xfrm>
              <a:off x="3688080" y="2454532"/>
              <a:ext cx="206502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.club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731217C-85B9-8918-0398-BABA080C5709}"/>
                </a:ext>
              </a:extLst>
            </p:cNvPr>
            <p:cNvSpPr txBox="1"/>
            <p:nvPr/>
          </p:nvSpPr>
          <p:spPr>
            <a:xfrm>
              <a:off x="3688080" y="2823864"/>
              <a:ext cx="2065020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position: absolute</a:t>
              </a:r>
            </a:p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color: black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EC904CAA-8323-70F9-E943-9897772F52F9}"/>
              </a:ext>
            </a:extLst>
          </p:cNvPr>
          <p:cNvGrpSpPr/>
          <p:nvPr/>
        </p:nvGrpSpPr>
        <p:grpSpPr>
          <a:xfrm>
            <a:off x="508853" y="3776943"/>
            <a:ext cx="2683081" cy="646336"/>
            <a:chOff x="3688079" y="2454532"/>
            <a:chExt cx="2065020" cy="64633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6A5B78D-422D-1E10-2B0E-14D1015E0C65}"/>
                </a:ext>
              </a:extLst>
            </p:cNvPr>
            <p:cNvSpPr txBox="1"/>
            <p:nvPr/>
          </p:nvSpPr>
          <p:spPr>
            <a:xfrm>
              <a:off x="3688079" y="2454532"/>
              <a:ext cx="206502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#club-Q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E8299C6-D2D4-14B5-C982-89880A11EEB5}"/>
                </a:ext>
              </a:extLst>
            </p:cNvPr>
            <p:cNvSpPr txBox="1"/>
            <p:nvPr/>
          </p:nvSpPr>
          <p:spPr>
            <a:xfrm>
              <a:off x="3688079" y="2823869"/>
              <a:ext cx="2065020" cy="2769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animation: club-Q-move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B2525FF-4A1D-7A3D-3E8C-BD5E31E25D12}"/>
              </a:ext>
            </a:extLst>
          </p:cNvPr>
          <p:cNvGrpSpPr/>
          <p:nvPr/>
        </p:nvGrpSpPr>
        <p:grpSpPr>
          <a:xfrm>
            <a:off x="6767483" y="3776181"/>
            <a:ext cx="2742273" cy="647098"/>
            <a:chOff x="3688080" y="2454532"/>
            <a:chExt cx="2065020" cy="647098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BE8AC74-2DB5-BD6A-5DB6-B57502377F58}"/>
                </a:ext>
              </a:extLst>
            </p:cNvPr>
            <p:cNvSpPr txBox="1"/>
            <p:nvPr/>
          </p:nvSpPr>
          <p:spPr>
            <a:xfrm>
              <a:off x="3688080" y="2454532"/>
              <a:ext cx="206502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#club-5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9C35402-ADA8-6358-9CAB-5C39F01EF530}"/>
                </a:ext>
              </a:extLst>
            </p:cNvPr>
            <p:cNvSpPr txBox="1"/>
            <p:nvPr/>
          </p:nvSpPr>
          <p:spPr>
            <a:xfrm>
              <a:off x="3688080" y="2824631"/>
              <a:ext cx="2065020" cy="2769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animation: club-5-move</a:t>
              </a:r>
            </a:p>
          </p:txBody>
        </p: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E1BA78C-A27B-407B-5741-89E6FEE01C54}"/>
              </a:ext>
            </a:extLst>
          </p:cNvPr>
          <p:cNvCxnSpPr>
            <a:cxnSpLocks/>
          </p:cNvCxnSpPr>
          <p:nvPr/>
        </p:nvCxnSpPr>
        <p:spPr>
          <a:xfrm>
            <a:off x="3191935" y="4145513"/>
            <a:ext cx="16886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C411A33-B105-043D-61AE-749592D4F84E}"/>
              </a:ext>
            </a:extLst>
          </p:cNvPr>
          <p:cNvCxnSpPr>
            <a:cxnSpLocks/>
            <a:endCxn id="5" idx="2"/>
          </p:cNvCxnSpPr>
          <p:nvPr/>
        </p:nvCxnSpPr>
        <p:spPr>
          <a:xfrm flipV="1">
            <a:off x="4880610" y="2986017"/>
            <a:ext cx="0" cy="1159496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828D594-6B4F-970D-97EA-B2ACA00DC3EC}"/>
              </a:ext>
            </a:extLst>
          </p:cNvPr>
          <p:cNvCxnSpPr/>
          <p:nvPr/>
        </p:nvCxnSpPr>
        <p:spPr>
          <a:xfrm>
            <a:off x="4880610" y="4145513"/>
            <a:ext cx="188687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21528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B5E52-BE1B-9DAF-7918-98938403E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333AC-68F8-F122-354B-22B750B83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UML Class Diagram (cont.)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EB46218-7776-29A7-D108-045DD7F952E8}"/>
              </a:ext>
            </a:extLst>
          </p:cNvPr>
          <p:cNvGrpSpPr/>
          <p:nvPr/>
        </p:nvGrpSpPr>
        <p:grpSpPr>
          <a:xfrm>
            <a:off x="3848100" y="2155020"/>
            <a:ext cx="2065020" cy="1016231"/>
            <a:chOff x="3688080" y="2454532"/>
            <a:chExt cx="2065020" cy="101623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BBDFAF2-1C65-807E-4A03-8356E077EA33}"/>
                </a:ext>
              </a:extLst>
            </p:cNvPr>
            <p:cNvSpPr txBox="1"/>
            <p:nvPr/>
          </p:nvSpPr>
          <p:spPr>
            <a:xfrm>
              <a:off x="3688080" y="2454532"/>
              <a:ext cx="206502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.chip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9B3B378-EA51-6249-301D-DD52DDAF1D44}"/>
                </a:ext>
              </a:extLst>
            </p:cNvPr>
            <p:cNvSpPr txBox="1"/>
            <p:nvPr/>
          </p:nvSpPr>
          <p:spPr>
            <a:xfrm>
              <a:off x="3688080" y="2824432"/>
              <a:ext cx="2065020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position: absolute</a:t>
              </a:r>
            </a:p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width: 3.5vw</a:t>
              </a:r>
            </a:p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height: 7vh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E243B5F8-A0C6-6409-862F-B4EF77E4D9BD}"/>
              </a:ext>
            </a:extLst>
          </p:cNvPr>
          <p:cNvGrpSpPr/>
          <p:nvPr/>
        </p:nvGrpSpPr>
        <p:grpSpPr>
          <a:xfrm>
            <a:off x="508850" y="3776943"/>
            <a:ext cx="2683084" cy="645569"/>
            <a:chOff x="3688077" y="2454532"/>
            <a:chExt cx="2065022" cy="64556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B2FF546-A6D5-32B7-87BC-EF270BF41891}"/>
                </a:ext>
              </a:extLst>
            </p:cNvPr>
            <p:cNvSpPr txBox="1"/>
            <p:nvPr/>
          </p:nvSpPr>
          <p:spPr>
            <a:xfrm>
              <a:off x="3688079" y="2454532"/>
              <a:ext cx="206502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#chip-1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5F3D19E-58F3-B3A8-6F07-D8A01B20E97E}"/>
                </a:ext>
              </a:extLst>
            </p:cNvPr>
            <p:cNvSpPr txBox="1"/>
            <p:nvPr/>
          </p:nvSpPr>
          <p:spPr>
            <a:xfrm>
              <a:off x="3688077" y="2823102"/>
              <a:ext cx="2065018" cy="2769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animation: chip-1-move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1DAB670-499D-A2A1-66A8-4D14CA159EFD}"/>
              </a:ext>
            </a:extLst>
          </p:cNvPr>
          <p:cNvGrpSpPr/>
          <p:nvPr/>
        </p:nvGrpSpPr>
        <p:grpSpPr>
          <a:xfrm>
            <a:off x="6749874" y="5359536"/>
            <a:ext cx="2777490" cy="646334"/>
            <a:chOff x="3688080" y="2447780"/>
            <a:chExt cx="2065020" cy="64633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88FCD1A-C85F-8F5D-16D5-2001AF64F79A}"/>
                </a:ext>
              </a:extLst>
            </p:cNvPr>
            <p:cNvSpPr txBox="1"/>
            <p:nvPr/>
          </p:nvSpPr>
          <p:spPr>
            <a:xfrm>
              <a:off x="3688080" y="2447780"/>
              <a:ext cx="206502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#chip-3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E68C62-A635-90A5-5CE8-70F4F33E4203}"/>
                </a:ext>
              </a:extLst>
            </p:cNvPr>
            <p:cNvSpPr txBox="1"/>
            <p:nvPr/>
          </p:nvSpPr>
          <p:spPr>
            <a:xfrm>
              <a:off x="3688080" y="2817115"/>
              <a:ext cx="2065020" cy="2769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animation: chip-3-move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0665C0A-0B28-8049-FF46-71E874CC5F81}"/>
              </a:ext>
            </a:extLst>
          </p:cNvPr>
          <p:cNvGrpSpPr/>
          <p:nvPr/>
        </p:nvGrpSpPr>
        <p:grpSpPr>
          <a:xfrm>
            <a:off x="6767483" y="3776181"/>
            <a:ext cx="2742273" cy="647098"/>
            <a:chOff x="3688080" y="2454532"/>
            <a:chExt cx="2065020" cy="647098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4C4C5B1-73B5-2EC3-F4C1-6A3B283B8E7A}"/>
                </a:ext>
              </a:extLst>
            </p:cNvPr>
            <p:cNvSpPr txBox="1"/>
            <p:nvPr/>
          </p:nvSpPr>
          <p:spPr>
            <a:xfrm>
              <a:off x="3688080" y="2454532"/>
              <a:ext cx="206502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#chip-4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2AFC2A2-A472-92DD-7EB9-3D7EDB81EEC3}"/>
                </a:ext>
              </a:extLst>
            </p:cNvPr>
            <p:cNvSpPr txBox="1"/>
            <p:nvPr/>
          </p:nvSpPr>
          <p:spPr>
            <a:xfrm>
              <a:off x="3688080" y="2824631"/>
              <a:ext cx="2065020" cy="2769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animation: chip-4-move</a:t>
              </a:r>
            </a:p>
          </p:txBody>
        </p: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846C658-E5B9-A17F-0AB4-FF8B7462042E}"/>
              </a:ext>
            </a:extLst>
          </p:cNvPr>
          <p:cNvCxnSpPr>
            <a:cxnSpLocks/>
          </p:cNvCxnSpPr>
          <p:nvPr/>
        </p:nvCxnSpPr>
        <p:spPr>
          <a:xfrm>
            <a:off x="3191935" y="4145513"/>
            <a:ext cx="16886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6E6BFBE-EC8C-0C20-8566-8538C9E08B61}"/>
              </a:ext>
            </a:extLst>
          </p:cNvPr>
          <p:cNvCxnSpPr>
            <a:cxnSpLocks/>
            <a:endCxn id="5" idx="2"/>
          </p:cNvCxnSpPr>
          <p:nvPr/>
        </p:nvCxnSpPr>
        <p:spPr>
          <a:xfrm flipV="1">
            <a:off x="4880610" y="3171251"/>
            <a:ext cx="0" cy="1067163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3AEBB17-1402-D363-2518-0C492BEE862A}"/>
              </a:ext>
            </a:extLst>
          </p:cNvPr>
          <p:cNvCxnSpPr/>
          <p:nvPr/>
        </p:nvCxnSpPr>
        <p:spPr>
          <a:xfrm>
            <a:off x="4880610" y="4145513"/>
            <a:ext cx="188687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50DA8FE-6BF5-CF22-D8E4-F7290BB25B2D}"/>
              </a:ext>
            </a:extLst>
          </p:cNvPr>
          <p:cNvCxnSpPr>
            <a:cxnSpLocks/>
          </p:cNvCxnSpPr>
          <p:nvPr/>
        </p:nvCxnSpPr>
        <p:spPr>
          <a:xfrm>
            <a:off x="4880610" y="4145513"/>
            <a:ext cx="0" cy="6322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73AE6632-9E97-235D-E156-4E0E05FBACEA}"/>
              </a:ext>
            </a:extLst>
          </p:cNvPr>
          <p:cNvGrpSpPr/>
          <p:nvPr/>
        </p:nvGrpSpPr>
        <p:grpSpPr>
          <a:xfrm>
            <a:off x="508853" y="5356196"/>
            <a:ext cx="2777490" cy="646334"/>
            <a:chOff x="3688080" y="2447780"/>
            <a:chExt cx="2065020" cy="64633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7444B17-783A-2F17-7CCD-3949DE69900E}"/>
                </a:ext>
              </a:extLst>
            </p:cNvPr>
            <p:cNvSpPr txBox="1"/>
            <p:nvPr/>
          </p:nvSpPr>
          <p:spPr>
            <a:xfrm>
              <a:off x="3688080" y="2447780"/>
              <a:ext cx="206502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#chip-2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88D0C56-918B-2C84-2AF3-C20229B9E974}"/>
                </a:ext>
              </a:extLst>
            </p:cNvPr>
            <p:cNvSpPr txBox="1"/>
            <p:nvPr/>
          </p:nvSpPr>
          <p:spPr>
            <a:xfrm>
              <a:off x="3688080" y="2817115"/>
              <a:ext cx="2065020" cy="2769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animation: chip-2-move</a:t>
              </a:r>
            </a:p>
          </p:txBody>
        </p: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FBE011B-0767-7346-F373-935EEFDCBC45}"/>
              </a:ext>
            </a:extLst>
          </p:cNvPr>
          <p:cNvCxnSpPr/>
          <p:nvPr/>
        </p:nvCxnSpPr>
        <p:spPr>
          <a:xfrm flipH="1">
            <a:off x="1897598" y="4777740"/>
            <a:ext cx="29830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F69CA87-BC8F-F5CA-DB38-798D33627C84}"/>
              </a:ext>
            </a:extLst>
          </p:cNvPr>
          <p:cNvCxnSpPr>
            <a:endCxn id="10" idx="0"/>
          </p:cNvCxnSpPr>
          <p:nvPr/>
        </p:nvCxnSpPr>
        <p:spPr>
          <a:xfrm>
            <a:off x="1897598" y="4777740"/>
            <a:ext cx="0" cy="5784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83FCF36-6265-02EC-D1B7-E4784DDD6445}"/>
              </a:ext>
            </a:extLst>
          </p:cNvPr>
          <p:cNvCxnSpPr>
            <a:cxnSpLocks/>
          </p:cNvCxnSpPr>
          <p:nvPr/>
        </p:nvCxnSpPr>
        <p:spPr>
          <a:xfrm>
            <a:off x="4880610" y="4777740"/>
            <a:ext cx="32580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43635B7-0731-CDF1-0D47-3B04463F78EE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8138619" y="4777739"/>
            <a:ext cx="0" cy="5817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97654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7818A-0235-18A9-A000-97724FB7B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C7BB5-AD52-ECC7-0A97-C9EA209ED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UML Class Diagram (cont.)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5FA4DC6-9B8E-70E5-079C-E15CD937C346}"/>
              </a:ext>
            </a:extLst>
          </p:cNvPr>
          <p:cNvGrpSpPr/>
          <p:nvPr/>
        </p:nvGrpSpPr>
        <p:grpSpPr>
          <a:xfrm>
            <a:off x="3848100" y="2155020"/>
            <a:ext cx="2065020" cy="1200329"/>
            <a:chOff x="3688080" y="2454532"/>
            <a:chExt cx="2065020" cy="120032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2FC8A25-4979-D29E-1E76-F2E4489CBA6C}"/>
                </a:ext>
              </a:extLst>
            </p:cNvPr>
            <p:cNvSpPr txBox="1"/>
            <p:nvPr/>
          </p:nvSpPr>
          <p:spPr>
            <a:xfrm>
              <a:off x="3688080" y="2454532"/>
              <a:ext cx="206502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.moves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B08B29A-9728-5C24-8FD8-D86CB780CC84}"/>
                </a:ext>
              </a:extLst>
            </p:cNvPr>
            <p:cNvSpPr txBox="1"/>
            <p:nvPr/>
          </p:nvSpPr>
          <p:spPr>
            <a:xfrm>
              <a:off x="3688080" y="2823864"/>
              <a:ext cx="2065020" cy="8309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position: absolute</a:t>
              </a:r>
            </a:p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width: 10vw</a:t>
              </a:r>
            </a:p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height: 15vh</a:t>
              </a:r>
            </a:p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color: white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3C05A17-AD22-A3AB-E52D-78851E34C23A}"/>
              </a:ext>
            </a:extLst>
          </p:cNvPr>
          <p:cNvGrpSpPr/>
          <p:nvPr/>
        </p:nvGrpSpPr>
        <p:grpSpPr>
          <a:xfrm>
            <a:off x="508853" y="3691834"/>
            <a:ext cx="2683081" cy="1014901"/>
            <a:chOff x="3688079" y="2454532"/>
            <a:chExt cx="2065020" cy="101490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A9280BA-1763-BDDB-1C7C-337B11E94C6E}"/>
                </a:ext>
              </a:extLst>
            </p:cNvPr>
            <p:cNvSpPr txBox="1"/>
            <p:nvPr/>
          </p:nvSpPr>
          <p:spPr>
            <a:xfrm>
              <a:off x="3688079" y="2454532"/>
              <a:ext cx="206502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#move-1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52383F0-93CA-BC23-B182-BA64A1B62847}"/>
                </a:ext>
              </a:extLst>
            </p:cNvPr>
            <p:cNvSpPr txBox="1"/>
            <p:nvPr/>
          </p:nvSpPr>
          <p:spPr>
            <a:xfrm>
              <a:off x="3688079" y="2823102"/>
              <a:ext cx="206501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left: 21.5vw</a:t>
              </a:r>
            </a:p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top: 34vh</a:t>
              </a:r>
            </a:p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transform: rotate(12deg)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288C9FA-3131-AA1F-259D-DF3BF22832FE}"/>
              </a:ext>
            </a:extLst>
          </p:cNvPr>
          <p:cNvGrpSpPr/>
          <p:nvPr/>
        </p:nvGrpSpPr>
        <p:grpSpPr>
          <a:xfrm>
            <a:off x="6749874" y="5359536"/>
            <a:ext cx="2777490" cy="835277"/>
            <a:chOff x="3688080" y="2447780"/>
            <a:chExt cx="2065020" cy="83527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50FBFCA-6126-77D5-2CF6-D2B63F5AC7F7}"/>
                </a:ext>
              </a:extLst>
            </p:cNvPr>
            <p:cNvSpPr txBox="1"/>
            <p:nvPr/>
          </p:nvSpPr>
          <p:spPr>
            <a:xfrm>
              <a:off x="3688080" y="2447780"/>
              <a:ext cx="206502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#move-3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C98FCEB-6F54-6F78-DC3D-7960BE54E950}"/>
                </a:ext>
              </a:extLst>
            </p:cNvPr>
            <p:cNvSpPr txBox="1"/>
            <p:nvPr/>
          </p:nvSpPr>
          <p:spPr>
            <a:xfrm>
              <a:off x="3688080" y="2821392"/>
              <a:ext cx="2065020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left: 45vw</a:t>
              </a:r>
            </a:p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top: 38.5vh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AB5BD15-22FA-D8B2-1EE7-E8AA41207D17}"/>
              </a:ext>
            </a:extLst>
          </p:cNvPr>
          <p:cNvGrpSpPr/>
          <p:nvPr/>
        </p:nvGrpSpPr>
        <p:grpSpPr>
          <a:xfrm>
            <a:off x="6772734" y="3691834"/>
            <a:ext cx="2742273" cy="1014900"/>
            <a:chOff x="3688080" y="2454532"/>
            <a:chExt cx="2065020" cy="101490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04D0042-3D42-1178-BE6C-36CF37E73DDA}"/>
                </a:ext>
              </a:extLst>
            </p:cNvPr>
            <p:cNvSpPr txBox="1"/>
            <p:nvPr/>
          </p:nvSpPr>
          <p:spPr>
            <a:xfrm>
              <a:off x="3688080" y="2454532"/>
              <a:ext cx="206502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#move-4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2518C23-95E7-36C9-BFD4-D690806557B7}"/>
                </a:ext>
              </a:extLst>
            </p:cNvPr>
            <p:cNvSpPr txBox="1"/>
            <p:nvPr/>
          </p:nvSpPr>
          <p:spPr>
            <a:xfrm>
              <a:off x="3688080" y="2823101"/>
              <a:ext cx="2065020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left: 57vw</a:t>
              </a:r>
            </a:p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top: 37.2vh</a:t>
              </a:r>
            </a:p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transform: rotate(-6deg)</a:t>
              </a:r>
            </a:p>
          </p:txBody>
        </p: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5A74A80-631E-36B3-1D3D-FED34A07636F}"/>
              </a:ext>
            </a:extLst>
          </p:cNvPr>
          <p:cNvCxnSpPr>
            <a:cxnSpLocks/>
          </p:cNvCxnSpPr>
          <p:nvPr/>
        </p:nvCxnSpPr>
        <p:spPr>
          <a:xfrm>
            <a:off x="3191935" y="4145513"/>
            <a:ext cx="16886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C63B848-5EA5-8BDD-4D4C-3F8EE4979A55}"/>
              </a:ext>
            </a:extLst>
          </p:cNvPr>
          <p:cNvCxnSpPr>
            <a:cxnSpLocks/>
            <a:endCxn id="5" idx="2"/>
          </p:cNvCxnSpPr>
          <p:nvPr/>
        </p:nvCxnSpPr>
        <p:spPr>
          <a:xfrm flipV="1">
            <a:off x="4880610" y="3355349"/>
            <a:ext cx="0" cy="97483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325EC52-23A8-8E13-31E9-0FA03CCD5247}"/>
              </a:ext>
            </a:extLst>
          </p:cNvPr>
          <p:cNvCxnSpPr/>
          <p:nvPr/>
        </p:nvCxnSpPr>
        <p:spPr>
          <a:xfrm>
            <a:off x="4880610" y="4145513"/>
            <a:ext cx="188687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0C0DFA6-68AB-5834-CFFB-5F30A77E9C1B}"/>
              </a:ext>
            </a:extLst>
          </p:cNvPr>
          <p:cNvCxnSpPr>
            <a:cxnSpLocks/>
          </p:cNvCxnSpPr>
          <p:nvPr/>
        </p:nvCxnSpPr>
        <p:spPr>
          <a:xfrm>
            <a:off x="4880610" y="4145513"/>
            <a:ext cx="0" cy="6322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8EBC5BCC-D2F3-D1D9-ACD8-78FFF08DBB19}"/>
              </a:ext>
            </a:extLst>
          </p:cNvPr>
          <p:cNvGrpSpPr/>
          <p:nvPr/>
        </p:nvGrpSpPr>
        <p:grpSpPr>
          <a:xfrm>
            <a:off x="508853" y="5356196"/>
            <a:ext cx="2777490" cy="1015663"/>
            <a:chOff x="3688080" y="2447780"/>
            <a:chExt cx="2065020" cy="1015663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296A67B-84B6-74E3-1044-E0A589AC659E}"/>
                </a:ext>
              </a:extLst>
            </p:cNvPr>
            <p:cNvSpPr txBox="1"/>
            <p:nvPr/>
          </p:nvSpPr>
          <p:spPr>
            <a:xfrm>
              <a:off x="3688080" y="2447780"/>
              <a:ext cx="206502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#move-2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670EF11-EFCA-05F2-1326-BAA324AF1876}"/>
                </a:ext>
              </a:extLst>
            </p:cNvPr>
            <p:cNvSpPr txBox="1"/>
            <p:nvPr/>
          </p:nvSpPr>
          <p:spPr>
            <a:xfrm>
              <a:off x="3688080" y="2817112"/>
              <a:ext cx="2065020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left: 33.2vw</a:t>
              </a:r>
            </a:p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top: 37.5vh</a:t>
              </a:r>
            </a:p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transform: rotate(6deg)</a:t>
              </a:r>
            </a:p>
          </p:txBody>
        </p: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CC091F7-D5B3-9BB7-1B6E-6CE0FCBE772B}"/>
              </a:ext>
            </a:extLst>
          </p:cNvPr>
          <p:cNvCxnSpPr/>
          <p:nvPr/>
        </p:nvCxnSpPr>
        <p:spPr>
          <a:xfrm flipH="1">
            <a:off x="1897598" y="4777740"/>
            <a:ext cx="29830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C7F0511-3E6A-9C99-C23E-48B1F8D298D2}"/>
              </a:ext>
            </a:extLst>
          </p:cNvPr>
          <p:cNvCxnSpPr>
            <a:endCxn id="10" idx="0"/>
          </p:cNvCxnSpPr>
          <p:nvPr/>
        </p:nvCxnSpPr>
        <p:spPr>
          <a:xfrm>
            <a:off x="1897598" y="4777740"/>
            <a:ext cx="0" cy="5784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3AAC9D0-34DD-DD84-DDA0-A4E9FEA16F4E}"/>
              </a:ext>
            </a:extLst>
          </p:cNvPr>
          <p:cNvCxnSpPr>
            <a:cxnSpLocks/>
          </p:cNvCxnSpPr>
          <p:nvPr/>
        </p:nvCxnSpPr>
        <p:spPr>
          <a:xfrm>
            <a:off x="4880610" y="4777740"/>
            <a:ext cx="32580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67BA3F6-FFF9-EEDF-A892-1D6281FA3C53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8138619" y="4777739"/>
            <a:ext cx="0" cy="5817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53395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2E74C-392A-690C-2EDB-B68B4EB54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A7773-9235-A932-61FC-08FDD24CB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UML Class Diagram (cont.)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1BE8574-1AF3-6DD4-F8E2-5DA336E8C9DF}"/>
              </a:ext>
            </a:extLst>
          </p:cNvPr>
          <p:cNvGrpSpPr/>
          <p:nvPr/>
        </p:nvGrpSpPr>
        <p:grpSpPr>
          <a:xfrm>
            <a:off x="3848100" y="2155020"/>
            <a:ext cx="2065020" cy="1200329"/>
            <a:chOff x="3688080" y="2454532"/>
            <a:chExt cx="2065020" cy="120032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9824FEF-2245-16B2-ABAE-248948D99338}"/>
                </a:ext>
              </a:extLst>
            </p:cNvPr>
            <p:cNvSpPr txBox="1"/>
            <p:nvPr/>
          </p:nvSpPr>
          <p:spPr>
            <a:xfrm>
              <a:off x="3688080" y="2454532"/>
              <a:ext cx="206502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.values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4110D36-59AA-E0C9-15B0-DB02795FD26F}"/>
                </a:ext>
              </a:extLst>
            </p:cNvPr>
            <p:cNvSpPr txBox="1"/>
            <p:nvPr/>
          </p:nvSpPr>
          <p:spPr>
            <a:xfrm>
              <a:off x="3688080" y="2823864"/>
              <a:ext cx="2065020" cy="8309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position: absolute</a:t>
              </a:r>
            </a:p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width: 10vw</a:t>
              </a:r>
            </a:p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height: 15vh</a:t>
              </a:r>
            </a:p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color: white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8760584-7A61-454F-A393-4B735EA896E5}"/>
              </a:ext>
            </a:extLst>
          </p:cNvPr>
          <p:cNvGrpSpPr/>
          <p:nvPr/>
        </p:nvGrpSpPr>
        <p:grpSpPr>
          <a:xfrm>
            <a:off x="508853" y="3638443"/>
            <a:ext cx="2683081" cy="1014140"/>
            <a:chOff x="3688079" y="2454532"/>
            <a:chExt cx="2065020" cy="101414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9CB46C3-7A60-11FC-DB24-2505717FCC8E}"/>
                </a:ext>
              </a:extLst>
            </p:cNvPr>
            <p:cNvSpPr txBox="1"/>
            <p:nvPr/>
          </p:nvSpPr>
          <p:spPr>
            <a:xfrm>
              <a:off x="3688079" y="2454532"/>
              <a:ext cx="206502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#value-1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1DF0957-EE51-BC41-0D9E-57FF62EEE73E}"/>
                </a:ext>
              </a:extLst>
            </p:cNvPr>
            <p:cNvSpPr txBox="1"/>
            <p:nvPr/>
          </p:nvSpPr>
          <p:spPr>
            <a:xfrm>
              <a:off x="3688079" y="2822341"/>
              <a:ext cx="2065020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left: 21vw</a:t>
              </a:r>
            </a:p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top: 38vh</a:t>
              </a:r>
            </a:p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transform: rotate(12deg)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BF101DD-0287-07EB-3328-DB4C3B83C440}"/>
              </a:ext>
            </a:extLst>
          </p:cNvPr>
          <p:cNvGrpSpPr/>
          <p:nvPr/>
        </p:nvGrpSpPr>
        <p:grpSpPr>
          <a:xfrm>
            <a:off x="6749873" y="5359536"/>
            <a:ext cx="2779858" cy="1015663"/>
            <a:chOff x="3688080" y="2447780"/>
            <a:chExt cx="2066781" cy="101566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5BAF063-E673-2CF5-CA83-5890816A2A65}"/>
                </a:ext>
              </a:extLst>
            </p:cNvPr>
            <p:cNvSpPr txBox="1"/>
            <p:nvPr/>
          </p:nvSpPr>
          <p:spPr>
            <a:xfrm>
              <a:off x="3688080" y="2447780"/>
              <a:ext cx="206502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#value-4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B9ADC52-0D10-073F-640B-93E099E672C7}"/>
                </a:ext>
              </a:extLst>
            </p:cNvPr>
            <p:cNvSpPr txBox="1"/>
            <p:nvPr/>
          </p:nvSpPr>
          <p:spPr>
            <a:xfrm>
              <a:off x="3689841" y="2817112"/>
              <a:ext cx="2065020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left: 57vw</a:t>
              </a:r>
            </a:p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top: 41.2vh</a:t>
              </a:r>
            </a:p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transform: rotate(-6deg)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ED4A94E-94AB-2BF6-BABA-8235D0EA306B}"/>
              </a:ext>
            </a:extLst>
          </p:cNvPr>
          <p:cNvGrpSpPr/>
          <p:nvPr/>
        </p:nvGrpSpPr>
        <p:grpSpPr>
          <a:xfrm>
            <a:off x="6785089" y="3637939"/>
            <a:ext cx="2742273" cy="830871"/>
            <a:chOff x="3688080" y="2454532"/>
            <a:chExt cx="2065020" cy="83087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3A2BE4B-A9C4-3046-3CFE-75B4BB8774F1}"/>
                </a:ext>
              </a:extLst>
            </p:cNvPr>
            <p:cNvSpPr txBox="1"/>
            <p:nvPr/>
          </p:nvSpPr>
          <p:spPr>
            <a:xfrm>
              <a:off x="3688080" y="2454532"/>
              <a:ext cx="206502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#value-dealer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CDF6DE7-14D3-8532-E782-6D60AE289706}"/>
                </a:ext>
              </a:extLst>
            </p:cNvPr>
            <p:cNvSpPr txBox="1"/>
            <p:nvPr/>
          </p:nvSpPr>
          <p:spPr>
            <a:xfrm>
              <a:off x="3688080" y="2823738"/>
              <a:ext cx="2065020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left: 45.5vw</a:t>
              </a:r>
            </a:p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top: 25vh</a:t>
              </a:r>
            </a:p>
          </p:txBody>
        </p: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35280F-AC20-E544-A6A8-9105E70F9367}"/>
              </a:ext>
            </a:extLst>
          </p:cNvPr>
          <p:cNvCxnSpPr>
            <a:cxnSpLocks/>
          </p:cNvCxnSpPr>
          <p:nvPr/>
        </p:nvCxnSpPr>
        <p:spPr>
          <a:xfrm>
            <a:off x="3191935" y="4145513"/>
            <a:ext cx="16886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9D92D4D-FA91-676E-D21A-17F0F1D448C3}"/>
              </a:ext>
            </a:extLst>
          </p:cNvPr>
          <p:cNvCxnSpPr>
            <a:cxnSpLocks/>
            <a:endCxn id="5" idx="2"/>
          </p:cNvCxnSpPr>
          <p:nvPr/>
        </p:nvCxnSpPr>
        <p:spPr>
          <a:xfrm flipV="1">
            <a:off x="4880610" y="3355349"/>
            <a:ext cx="0" cy="97483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0D54232-E98F-DABD-038C-87C1F3B01654}"/>
              </a:ext>
            </a:extLst>
          </p:cNvPr>
          <p:cNvCxnSpPr/>
          <p:nvPr/>
        </p:nvCxnSpPr>
        <p:spPr>
          <a:xfrm>
            <a:off x="4880610" y="4145513"/>
            <a:ext cx="188687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C9EDB64-25DD-1D19-474F-EA7CB90D9383}"/>
              </a:ext>
            </a:extLst>
          </p:cNvPr>
          <p:cNvCxnSpPr>
            <a:cxnSpLocks/>
          </p:cNvCxnSpPr>
          <p:nvPr/>
        </p:nvCxnSpPr>
        <p:spPr>
          <a:xfrm>
            <a:off x="4880610" y="4145513"/>
            <a:ext cx="0" cy="6322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53F65DA2-8A8E-521F-64AF-8E71C20041E9}"/>
              </a:ext>
            </a:extLst>
          </p:cNvPr>
          <p:cNvGrpSpPr/>
          <p:nvPr/>
        </p:nvGrpSpPr>
        <p:grpSpPr>
          <a:xfrm>
            <a:off x="508853" y="5356196"/>
            <a:ext cx="2777490" cy="1012051"/>
            <a:chOff x="3688080" y="2447780"/>
            <a:chExt cx="2065020" cy="101205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CE2FF0C-6A8F-06C1-3D91-CB412D6F5334}"/>
                </a:ext>
              </a:extLst>
            </p:cNvPr>
            <p:cNvSpPr txBox="1"/>
            <p:nvPr/>
          </p:nvSpPr>
          <p:spPr>
            <a:xfrm>
              <a:off x="3688080" y="2447780"/>
              <a:ext cx="206502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#value-2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A37103E-AEB7-8664-7740-9CC2601E8C08}"/>
                </a:ext>
              </a:extLst>
            </p:cNvPr>
            <p:cNvSpPr txBox="1"/>
            <p:nvPr/>
          </p:nvSpPr>
          <p:spPr>
            <a:xfrm>
              <a:off x="3688080" y="2813500"/>
              <a:ext cx="2065020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left: 33vw</a:t>
              </a:r>
            </a:p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top: 41.5vh</a:t>
              </a:r>
            </a:p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transform: rotate(6deg)</a:t>
              </a:r>
            </a:p>
          </p:txBody>
        </p: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96CED34-C8B9-59B6-44B2-E69BFF090AC5}"/>
              </a:ext>
            </a:extLst>
          </p:cNvPr>
          <p:cNvCxnSpPr/>
          <p:nvPr/>
        </p:nvCxnSpPr>
        <p:spPr>
          <a:xfrm flipH="1">
            <a:off x="1897598" y="4777740"/>
            <a:ext cx="29830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4723A96-4307-9D01-933E-4C89064CB407}"/>
              </a:ext>
            </a:extLst>
          </p:cNvPr>
          <p:cNvCxnSpPr>
            <a:endCxn id="10" idx="0"/>
          </p:cNvCxnSpPr>
          <p:nvPr/>
        </p:nvCxnSpPr>
        <p:spPr>
          <a:xfrm>
            <a:off x="1897598" y="4777740"/>
            <a:ext cx="0" cy="5784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1555D38-8C82-F6A6-9F4C-1C6C140CD3F8}"/>
              </a:ext>
            </a:extLst>
          </p:cNvPr>
          <p:cNvCxnSpPr>
            <a:cxnSpLocks/>
          </p:cNvCxnSpPr>
          <p:nvPr/>
        </p:nvCxnSpPr>
        <p:spPr>
          <a:xfrm>
            <a:off x="4880610" y="4777740"/>
            <a:ext cx="32580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80D77CC-6394-7A55-96C3-9B0F6B20BBE8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8138619" y="4777739"/>
            <a:ext cx="0" cy="5817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71053BA-7C0A-514E-9C46-E74DACD403E4}"/>
              </a:ext>
            </a:extLst>
          </p:cNvPr>
          <p:cNvGrpSpPr/>
          <p:nvPr/>
        </p:nvGrpSpPr>
        <p:grpSpPr>
          <a:xfrm>
            <a:off x="3629363" y="5350729"/>
            <a:ext cx="2777490" cy="833077"/>
            <a:chOff x="3688080" y="2447780"/>
            <a:chExt cx="2065020" cy="833077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DEB3EEC-19EE-2E47-8F99-BA85323A8F61}"/>
                </a:ext>
              </a:extLst>
            </p:cNvPr>
            <p:cNvSpPr txBox="1"/>
            <p:nvPr/>
          </p:nvSpPr>
          <p:spPr>
            <a:xfrm>
              <a:off x="3688080" y="2447780"/>
              <a:ext cx="206502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#value-3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6629448-4B14-DF8C-75C3-CA8972D0E776}"/>
                </a:ext>
              </a:extLst>
            </p:cNvPr>
            <p:cNvSpPr txBox="1"/>
            <p:nvPr/>
          </p:nvSpPr>
          <p:spPr>
            <a:xfrm>
              <a:off x="3688080" y="2819192"/>
              <a:ext cx="2065020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left: 45vw</a:t>
              </a:r>
            </a:p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top: 42.5vh</a:t>
              </a:r>
            </a:p>
          </p:txBody>
        </p:sp>
      </p:grp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79628BF-363D-8AA5-42DA-498194BCE22E}"/>
              </a:ext>
            </a:extLst>
          </p:cNvPr>
          <p:cNvCxnSpPr/>
          <p:nvPr/>
        </p:nvCxnSpPr>
        <p:spPr>
          <a:xfrm>
            <a:off x="4880610" y="4776978"/>
            <a:ext cx="0" cy="5737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62168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50F97-9802-D89B-6A55-A76325BC0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B637C-377A-CF3F-6D5B-DD197C1C6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UML Class Diagram (cont.)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BDB1029-7FBB-82A3-33EA-22C6E26F9E88}"/>
              </a:ext>
            </a:extLst>
          </p:cNvPr>
          <p:cNvGrpSpPr/>
          <p:nvPr/>
        </p:nvGrpSpPr>
        <p:grpSpPr>
          <a:xfrm>
            <a:off x="3649980" y="2114626"/>
            <a:ext cx="2247900" cy="830997"/>
            <a:chOff x="3688080" y="2454532"/>
            <a:chExt cx="2065020" cy="830997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0531E5E-F848-96E1-42D6-3AF5C7D1BE70}"/>
                </a:ext>
              </a:extLst>
            </p:cNvPr>
            <p:cNvSpPr txBox="1"/>
            <p:nvPr/>
          </p:nvSpPr>
          <p:spPr>
            <a:xfrm>
              <a:off x="3688080" y="2454532"/>
              <a:ext cx="206502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.link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2DF3C02-149B-613C-96BC-0AD75E632180}"/>
                </a:ext>
              </a:extLst>
            </p:cNvPr>
            <p:cNvSpPr txBox="1"/>
            <p:nvPr/>
          </p:nvSpPr>
          <p:spPr>
            <a:xfrm>
              <a:off x="3688080" y="2823864"/>
              <a:ext cx="2065020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position: absolute</a:t>
              </a:r>
            </a:p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animation: link-move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A35AC88-FAE0-1ADE-50A6-AB5FBC73D8FD}"/>
              </a:ext>
            </a:extLst>
          </p:cNvPr>
          <p:cNvGrpSpPr/>
          <p:nvPr/>
        </p:nvGrpSpPr>
        <p:grpSpPr>
          <a:xfrm>
            <a:off x="508853" y="3776943"/>
            <a:ext cx="2683081" cy="646336"/>
            <a:chOff x="3688079" y="2454532"/>
            <a:chExt cx="2065020" cy="64633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A66CAF0-2006-7988-0332-3D13D1C84F47}"/>
                </a:ext>
              </a:extLst>
            </p:cNvPr>
            <p:cNvSpPr txBox="1"/>
            <p:nvPr/>
          </p:nvSpPr>
          <p:spPr>
            <a:xfrm>
              <a:off x="3688079" y="2454532"/>
              <a:ext cx="206502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#stand-link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D2D73F6-42A2-4C85-E99E-25E3A93A8067}"/>
                </a:ext>
              </a:extLst>
            </p:cNvPr>
            <p:cNvSpPr txBox="1"/>
            <p:nvPr/>
          </p:nvSpPr>
          <p:spPr>
            <a:xfrm>
              <a:off x="3688079" y="2823869"/>
              <a:ext cx="2065020" cy="2769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left: 7vw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9A50D84-6EE6-14A9-3FE6-5055CB2FD0F1}"/>
              </a:ext>
            </a:extLst>
          </p:cNvPr>
          <p:cNvGrpSpPr/>
          <p:nvPr/>
        </p:nvGrpSpPr>
        <p:grpSpPr>
          <a:xfrm>
            <a:off x="6767483" y="3776181"/>
            <a:ext cx="2742273" cy="647098"/>
            <a:chOff x="3688080" y="2454532"/>
            <a:chExt cx="2065020" cy="647098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4384AF4-A88C-D9D2-4093-543648DAE65E}"/>
                </a:ext>
              </a:extLst>
            </p:cNvPr>
            <p:cNvSpPr txBox="1"/>
            <p:nvPr/>
          </p:nvSpPr>
          <p:spPr>
            <a:xfrm>
              <a:off x="3688080" y="2454532"/>
              <a:ext cx="206502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#hit-link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79E73C9-B59C-16F9-4565-298BDAB13D85}"/>
                </a:ext>
              </a:extLst>
            </p:cNvPr>
            <p:cNvSpPr txBox="1"/>
            <p:nvPr/>
          </p:nvSpPr>
          <p:spPr>
            <a:xfrm>
              <a:off x="3688080" y="2824631"/>
              <a:ext cx="2065020" cy="2769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right: 10vw;</a:t>
              </a:r>
            </a:p>
          </p:txBody>
        </p: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E39C75B-C234-B74D-0C27-19EF2EAC7AE9}"/>
              </a:ext>
            </a:extLst>
          </p:cNvPr>
          <p:cNvCxnSpPr>
            <a:cxnSpLocks/>
          </p:cNvCxnSpPr>
          <p:nvPr/>
        </p:nvCxnSpPr>
        <p:spPr>
          <a:xfrm>
            <a:off x="3191935" y="4145513"/>
            <a:ext cx="16886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A90C5BD-D294-73D8-C86C-8A69796FB30D}"/>
              </a:ext>
            </a:extLst>
          </p:cNvPr>
          <p:cNvCxnSpPr>
            <a:cxnSpLocks/>
            <a:endCxn id="5" idx="2"/>
          </p:cNvCxnSpPr>
          <p:nvPr/>
        </p:nvCxnSpPr>
        <p:spPr>
          <a:xfrm flipV="1">
            <a:off x="4773930" y="2945623"/>
            <a:ext cx="0" cy="1199124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EF94F08-5615-F08E-6108-9149573B8C76}"/>
              </a:ext>
            </a:extLst>
          </p:cNvPr>
          <p:cNvCxnSpPr/>
          <p:nvPr/>
        </p:nvCxnSpPr>
        <p:spPr>
          <a:xfrm>
            <a:off x="4880610" y="4145513"/>
            <a:ext cx="188687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25839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B1411-667A-69B0-F012-B857376B8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3310F-4E0C-AF71-64F0-50F691786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UML Class Diagram (cont.)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6B40746-2A82-09D8-A026-83580AFE2088}"/>
              </a:ext>
            </a:extLst>
          </p:cNvPr>
          <p:cNvGrpSpPr/>
          <p:nvPr/>
        </p:nvGrpSpPr>
        <p:grpSpPr>
          <a:xfrm>
            <a:off x="3649980" y="2114626"/>
            <a:ext cx="2834640" cy="830997"/>
            <a:chOff x="3688080" y="2454532"/>
            <a:chExt cx="2065020" cy="830997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905896A-3D38-92F9-5888-F6826328D928}"/>
                </a:ext>
              </a:extLst>
            </p:cNvPr>
            <p:cNvSpPr txBox="1"/>
            <p:nvPr/>
          </p:nvSpPr>
          <p:spPr>
            <a:xfrm>
              <a:off x="3688080" y="2454532"/>
              <a:ext cx="206502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.link a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9C6D1B7-06C3-7822-BE1C-CEE738D18A9C}"/>
                </a:ext>
              </a:extLst>
            </p:cNvPr>
            <p:cNvSpPr txBox="1"/>
            <p:nvPr/>
          </p:nvSpPr>
          <p:spPr>
            <a:xfrm>
              <a:off x="3688080" y="2823864"/>
              <a:ext cx="2065020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text-decoration-line: none</a:t>
              </a:r>
            </a:p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color: black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0E56966-809C-5B49-7EE4-6290833EFA75}"/>
              </a:ext>
            </a:extLst>
          </p:cNvPr>
          <p:cNvGrpSpPr/>
          <p:nvPr/>
        </p:nvGrpSpPr>
        <p:grpSpPr>
          <a:xfrm>
            <a:off x="508853" y="3776943"/>
            <a:ext cx="2683081" cy="646336"/>
            <a:chOff x="3688079" y="2454532"/>
            <a:chExt cx="2065020" cy="64633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70A1D00-5E68-60FF-4FA8-9F48E02BCD5E}"/>
                </a:ext>
              </a:extLst>
            </p:cNvPr>
            <p:cNvSpPr txBox="1"/>
            <p:nvPr/>
          </p:nvSpPr>
          <p:spPr>
            <a:xfrm>
              <a:off x="3688079" y="2454532"/>
              <a:ext cx="206502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#stand-link a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751492F-13BD-9938-6C27-E5D400B3A116}"/>
                </a:ext>
              </a:extLst>
            </p:cNvPr>
            <p:cNvSpPr txBox="1"/>
            <p:nvPr/>
          </p:nvSpPr>
          <p:spPr>
            <a:xfrm>
              <a:off x="3688079" y="2823869"/>
              <a:ext cx="2065020" cy="2769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background-color: #ff0000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EBDC89F-88F7-5C47-349F-6BA3A47DE0C3}"/>
              </a:ext>
            </a:extLst>
          </p:cNvPr>
          <p:cNvGrpSpPr/>
          <p:nvPr/>
        </p:nvGrpSpPr>
        <p:grpSpPr>
          <a:xfrm>
            <a:off x="6767483" y="3776181"/>
            <a:ext cx="2742273" cy="647098"/>
            <a:chOff x="3688080" y="2454532"/>
            <a:chExt cx="2065020" cy="647098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3E668B4-6703-7B6F-24AD-340F266CAA23}"/>
                </a:ext>
              </a:extLst>
            </p:cNvPr>
            <p:cNvSpPr txBox="1"/>
            <p:nvPr/>
          </p:nvSpPr>
          <p:spPr>
            <a:xfrm>
              <a:off x="3688080" y="2454532"/>
              <a:ext cx="206502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#hit-link a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3612135-A3DC-1F39-7C1B-320FB8C57DA7}"/>
                </a:ext>
              </a:extLst>
            </p:cNvPr>
            <p:cNvSpPr txBox="1"/>
            <p:nvPr/>
          </p:nvSpPr>
          <p:spPr>
            <a:xfrm>
              <a:off x="3688080" y="2824631"/>
              <a:ext cx="2065020" cy="2769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background-color: #92d050</a:t>
              </a:r>
            </a:p>
          </p:txBody>
        </p: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1B7A603-B3FE-319F-E9E1-149C368848B6}"/>
              </a:ext>
            </a:extLst>
          </p:cNvPr>
          <p:cNvCxnSpPr>
            <a:cxnSpLocks/>
          </p:cNvCxnSpPr>
          <p:nvPr/>
        </p:nvCxnSpPr>
        <p:spPr>
          <a:xfrm>
            <a:off x="3191935" y="4145513"/>
            <a:ext cx="16886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57C6C76-04C6-0DDF-10FC-8E842A8A1A36}"/>
              </a:ext>
            </a:extLst>
          </p:cNvPr>
          <p:cNvCxnSpPr>
            <a:cxnSpLocks/>
            <a:endCxn id="5" idx="2"/>
          </p:cNvCxnSpPr>
          <p:nvPr/>
        </p:nvCxnSpPr>
        <p:spPr>
          <a:xfrm flipH="1" flipV="1">
            <a:off x="5067300" y="2945623"/>
            <a:ext cx="11507" cy="1199123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6A651E1-E13C-5281-1E1F-5B9F4BABA3CD}"/>
              </a:ext>
            </a:extLst>
          </p:cNvPr>
          <p:cNvCxnSpPr/>
          <p:nvPr/>
        </p:nvCxnSpPr>
        <p:spPr>
          <a:xfrm>
            <a:off x="4880610" y="4145513"/>
            <a:ext cx="188687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85445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C7AA8CB-237C-8652-0A68-4F581ABA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Kanban Methodology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69207BF-1D13-2B62-1F17-196A5AFC36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0307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14B055-5A37-5377-22BB-8929FD198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Kanban Info &amp; Advantages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8D1B7CC-782C-ECAD-C287-06B55C563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Description</a:t>
            </a:r>
          </a:p>
          <a:p>
            <a:pPr lvl="1"/>
            <a:r>
              <a:rPr lang="en-US" dirty="0"/>
              <a:t>Project management framework</a:t>
            </a:r>
          </a:p>
          <a:p>
            <a:pPr lvl="1"/>
            <a:r>
              <a:rPr lang="en-US" dirty="0"/>
              <a:t>Utilizes Agile principles</a:t>
            </a:r>
          </a:p>
          <a:p>
            <a:pPr lvl="1"/>
            <a:r>
              <a:rPr lang="en-US" dirty="0"/>
              <a:t>Visualizes workflows to facilitate consistent workflow</a:t>
            </a:r>
          </a:p>
          <a:p>
            <a:r>
              <a:rPr lang="en-US" dirty="0"/>
              <a:t>Advantages</a:t>
            </a:r>
          </a:p>
          <a:p>
            <a:pPr lvl="1"/>
            <a:r>
              <a:rPr lang="en-US" dirty="0"/>
              <a:t>Flexibility to make adjustments and improve efficiency</a:t>
            </a:r>
          </a:p>
          <a:p>
            <a:pPr lvl="1"/>
            <a:r>
              <a:rPr lang="en-US" dirty="0"/>
              <a:t>Fewer bottlenecks, allowing for expedient </a:t>
            </a:r>
            <a:r>
              <a:rPr lang="en-US"/>
              <a:t>task completion</a:t>
            </a:r>
            <a:endParaRPr lang="en-US" dirty="0"/>
          </a:p>
          <a:p>
            <a:pPr lvl="1"/>
            <a:r>
              <a:rPr lang="en-US" dirty="0"/>
              <a:t>Visibility so that each team member can see other member’s progress</a:t>
            </a:r>
          </a:p>
          <a:p>
            <a:r>
              <a:rPr lang="en-US" dirty="0"/>
              <a:t>Source:</a:t>
            </a:r>
          </a:p>
          <a:p>
            <a:pPr lvl="1"/>
            <a:r>
              <a:rPr lang="en-US" dirty="0">
                <a:hlinkClick r:id="rId2"/>
              </a:rPr>
              <a:t>https://www.wrike.com/kanban-guide/what-is-kanban/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4245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C217F-65CF-D1EA-A904-C6B60FA1B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Kanban Utilization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80B09-68E7-FD36-4A48-63A717D75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Didn’t use physical board</a:t>
            </a:r>
          </a:p>
          <a:p>
            <a:r>
              <a:rPr lang="en-US" dirty="0"/>
              <a:t>Still utilized Kanban principles</a:t>
            </a:r>
          </a:p>
          <a:p>
            <a:pPr lvl="1"/>
            <a:r>
              <a:rPr lang="en-US" dirty="0"/>
              <a:t>Workflow management</a:t>
            </a:r>
          </a:p>
          <a:p>
            <a:pPr lvl="1"/>
            <a:r>
              <a:rPr lang="en-US" dirty="0"/>
              <a:t>Established guidelines for task completion</a:t>
            </a:r>
          </a:p>
          <a:p>
            <a:pPr lvl="1"/>
            <a:r>
              <a:rPr lang="en-US" dirty="0"/>
              <a:t>Kept focus on current assignment</a:t>
            </a:r>
          </a:p>
          <a:p>
            <a:r>
              <a:rPr lang="en-US" dirty="0"/>
              <a:t>Allowed for easier task assignment and smoother workload</a:t>
            </a:r>
          </a:p>
        </p:txBody>
      </p:sp>
    </p:spTree>
    <p:extLst>
      <p:ext uri="{BB962C8B-B14F-4D97-AF65-F5344CB8AC3E}">
        <p14:creationId xmlns:p14="http://schemas.microsoft.com/office/powerpoint/2010/main" val="40435655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9A8E7-C6FA-3E69-8602-BEA10AB11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9843797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A1BA63-0D91-7296-E201-D2396A123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Achievements &amp; Takeaways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D5804DB-226B-C5D7-5A12-F8050065AC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facets of HTML/CSS utilized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&lt;div&gt;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&lt;span&gt;</a:t>
            </a:r>
            <a:r>
              <a:rPr lang="en-US" dirty="0"/>
              <a:t> tags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en-US" dirty="0"/>
              <a:t> HTML attributes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opacity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display</a:t>
            </a:r>
            <a:r>
              <a:rPr lang="en-US" dirty="0"/>
              <a:t> CSS properties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position</a:t>
            </a:r>
            <a:r>
              <a:rPr lang="en-US" dirty="0"/>
              <a:t> CSS property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transform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animation</a:t>
            </a:r>
            <a:r>
              <a:rPr lang="en-US" dirty="0"/>
              <a:t> CSS properties</a:t>
            </a:r>
          </a:p>
          <a:p>
            <a:r>
              <a:rPr lang="en-US" dirty="0"/>
              <a:t>Gained deeper understanding of HTML and CSS</a:t>
            </a:r>
          </a:p>
          <a:p>
            <a:pPr lvl="1"/>
            <a:r>
              <a:rPr lang="en-US" dirty="0"/>
              <a:t>More experience with CSS animation</a:t>
            </a:r>
          </a:p>
          <a:p>
            <a:r>
              <a:rPr lang="en-US" dirty="0"/>
              <a:t>Implementation of Agile methodology is beneficial for team success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6866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8DCD50C-F242-DB9B-83DD-709028C04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B245AE-1FE3-2AF4-B07A-01BDE2D5DC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87832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1191</Words>
  <Application>Microsoft Office PowerPoint</Application>
  <PresentationFormat>Widescreen</PresentationFormat>
  <Paragraphs>244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Courier New</vt:lpstr>
      <vt:lpstr>Trebuchet MS</vt:lpstr>
      <vt:lpstr>Wingdings 3</vt:lpstr>
      <vt:lpstr>Facet</vt:lpstr>
      <vt:lpstr>Blackjack Simulation Interface</vt:lpstr>
      <vt:lpstr>Introduction</vt:lpstr>
      <vt:lpstr>Introduction</vt:lpstr>
      <vt:lpstr>Demo Run</vt:lpstr>
      <vt:lpstr>Code Highlights</vt:lpstr>
      <vt:lpstr>Solution Overview</vt:lpstr>
      <vt:lpstr>Key Design Features</vt:lpstr>
      <vt:lpstr>Animation Pseudo-Code</vt:lpstr>
      <vt:lpstr>Animation Pseudo-Code (cont.)</vt:lpstr>
      <vt:lpstr>User Interface</vt:lpstr>
      <vt:lpstr>UML Class Diagram</vt:lpstr>
      <vt:lpstr>UML Class Diagram (cont.)</vt:lpstr>
      <vt:lpstr>UML Class Diagram (cont.)</vt:lpstr>
      <vt:lpstr>UML Class Diagram (cont.)</vt:lpstr>
      <vt:lpstr>UML Class Diagram (cont.)</vt:lpstr>
      <vt:lpstr>UML Class Diagram (cont.)</vt:lpstr>
      <vt:lpstr>UML Class Diagram (cont.)</vt:lpstr>
      <vt:lpstr>UML Class Diagram (cont.)</vt:lpstr>
      <vt:lpstr>UML Class Diagram (cont.)</vt:lpstr>
      <vt:lpstr>Kanban Methodology</vt:lpstr>
      <vt:lpstr>Kanban Info &amp; Advantages</vt:lpstr>
      <vt:lpstr>Kanban Utilization</vt:lpstr>
      <vt:lpstr>Conclusion</vt:lpstr>
      <vt:lpstr>Achievements &amp; Takeaways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Ngui</dc:creator>
  <cp:lastModifiedBy>Joshua Ngui</cp:lastModifiedBy>
  <cp:revision>1</cp:revision>
  <dcterms:created xsi:type="dcterms:W3CDTF">2025-03-02T17:58:26Z</dcterms:created>
  <dcterms:modified xsi:type="dcterms:W3CDTF">2025-03-04T03:31:04Z</dcterms:modified>
</cp:coreProperties>
</file>